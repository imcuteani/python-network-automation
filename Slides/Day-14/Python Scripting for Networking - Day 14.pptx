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301" r:id="rId6"/>
    <p:sldId id="295" r:id="rId7"/>
    <p:sldId id="28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14</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Network Inventory Tools in Python</a:t>
            </a:r>
          </a:p>
          <a:p>
            <a:r>
              <a:rPr lang="en-US" sz="2200" dirty="0">
                <a:ea typeface="Calibri" panose="020F0502020204030204"/>
                <a:cs typeface="Calibri" panose="020F0502020204030204"/>
              </a:rPr>
              <a:t>Exception Handing</a:t>
            </a:r>
          </a:p>
          <a:p>
            <a:r>
              <a:rPr lang="en-US" sz="2200" dirty="0">
                <a:ea typeface="Calibri" panose="020F0502020204030204"/>
                <a:cs typeface="Calibri" panose="020F0502020204030204"/>
              </a:rPr>
              <a:t>Network Testing &amp; Validation</a:t>
            </a:r>
          </a:p>
          <a:p>
            <a:r>
              <a:rPr lang="en-US" sz="2200" dirty="0">
                <a:ea typeface="Calibri" panose="020F0502020204030204"/>
                <a:cs typeface="Calibri" panose="020F0502020204030204"/>
              </a:rPr>
              <a:t>SD-WAN Network Automation</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Network Inventory Tools in Python</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normAutofit/>
          </a:bodyPr>
          <a:lstStyle/>
          <a:p>
            <a:r>
              <a:rPr lang="en-US" sz="1900" dirty="0"/>
              <a:t>Automated network inventory Python scripts significantly enhance accuracy by continuously discovering devices and updating records in real-time. They reduce human error, ensure consistency, and enable rapid detection of unauthorized or rogue devices.</a:t>
            </a:r>
          </a:p>
          <a:p>
            <a:r>
              <a:rPr lang="en-US" sz="1900" dirty="0"/>
              <a:t> Furthermore, automation supports regulatory compliance by maintaining detailed, auditable records of network assets, configurations, and changes.</a:t>
            </a:r>
          </a:p>
          <a:p>
            <a:endParaRPr lang="en-US" sz="1900" dirty="0"/>
          </a:p>
          <a:p>
            <a:r>
              <a:rPr lang="en-US" sz="1900" dirty="0"/>
              <a:t>Implementing network discovery Python scripts that leverage CDP and LLDP involves querying network devices via SNMP or directly parsing device configurations. For example, using Python libraries such as </a:t>
            </a:r>
            <a:r>
              <a:rPr lang="en-US" sz="1900" dirty="0" err="1"/>
              <a:t>pysnmp</a:t>
            </a:r>
            <a:r>
              <a:rPr lang="en-US" sz="1900" dirty="0"/>
              <a:t> or </a:t>
            </a:r>
            <a:r>
              <a:rPr lang="en-US" sz="1900" dirty="0" err="1"/>
              <a:t>netmiko</a:t>
            </a:r>
            <a:r>
              <a:rPr lang="en-US" sz="1900" dirty="0"/>
              <a:t>, engineers can automate retrieval of neighbor information.</a:t>
            </a:r>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Exception Handling</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1900" dirty="0"/>
              <a:t>Python categorizes errors into a well-defined hierarchy rooted in the </a:t>
            </a:r>
            <a:r>
              <a:rPr lang="en-US" sz="1900" dirty="0" err="1"/>
              <a:t>BaseException</a:t>
            </a:r>
            <a:r>
              <a:rPr lang="en-US" sz="1900" dirty="0"/>
              <a:t> class, with Exception serving as the base for most user-defined and standard errors. Built-in exceptions such as </a:t>
            </a:r>
            <a:r>
              <a:rPr lang="en-US" sz="1900" dirty="0" err="1"/>
              <a:t>ValueError</a:t>
            </a:r>
            <a:r>
              <a:rPr lang="en-US" sz="1900" dirty="0"/>
              <a:t>, </a:t>
            </a:r>
            <a:r>
              <a:rPr lang="en-US" sz="1900" dirty="0" err="1"/>
              <a:t>KeyError</a:t>
            </a:r>
            <a:r>
              <a:rPr lang="en-US" sz="1900" dirty="0"/>
              <a:t>, </a:t>
            </a:r>
            <a:r>
              <a:rPr lang="en-US" sz="1900" dirty="0" err="1"/>
              <a:t>TimeoutError</a:t>
            </a:r>
            <a:r>
              <a:rPr lang="en-US" sz="1900" dirty="0"/>
              <a:t>, and </a:t>
            </a:r>
            <a:r>
              <a:rPr lang="en-US" sz="1900" dirty="0" err="1"/>
              <a:t>ConnectionError</a:t>
            </a:r>
            <a:r>
              <a:rPr lang="en-US" sz="1900" dirty="0"/>
              <a:t> are common in network automation contexts, arising from issues like invalid input, failed device connections, or command timeouts</a:t>
            </a:r>
            <a:r>
              <a:rPr lang="en-US" dirty="0"/>
              <a:t>.</a:t>
            </a:r>
          </a:p>
          <a:p>
            <a:endParaRPr lang="en-US" sz="1900" dirty="0"/>
          </a:p>
          <a:p>
            <a:r>
              <a:rPr lang="en-US" sz="1900" dirty="0"/>
              <a:t>Logging levels such as DEBUG, INFO, WARNING, ERROR, and CRITICAL allow filtering messages based on severity. For network scripts, ERROR and WARNING are crucial for identifying issues without overwhelming logs with verbose details. </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6AC8-723B-3926-2296-F10BC356E987}"/>
              </a:ext>
            </a:extLst>
          </p:cNvPr>
          <p:cNvSpPr>
            <a:spLocks noGrp="1"/>
          </p:cNvSpPr>
          <p:nvPr>
            <p:ph type="title"/>
          </p:nvPr>
        </p:nvSpPr>
        <p:spPr/>
        <p:txBody>
          <a:bodyPr/>
          <a:lstStyle/>
          <a:p>
            <a:r>
              <a:rPr lang="en-US" dirty="0"/>
              <a:t>Network Testing &amp; Automation</a:t>
            </a:r>
          </a:p>
        </p:txBody>
      </p:sp>
      <p:sp>
        <p:nvSpPr>
          <p:cNvPr id="4" name="Content Placeholder 3">
            <a:extLst>
              <a:ext uri="{FF2B5EF4-FFF2-40B4-BE49-F238E27FC236}">
                <a16:creationId xmlns:a16="http://schemas.microsoft.com/office/drawing/2014/main" id="{3475C8D3-3429-EBE5-8522-C7053FEB0E50}"/>
              </a:ext>
            </a:extLst>
          </p:cNvPr>
          <p:cNvSpPr>
            <a:spLocks noGrp="1"/>
          </p:cNvSpPr>
          <p:nvPr>
            <p:ph idx="1"/>
          </p:nvPr>
        </p:nvSpPr>
        <p:spPr/>
        <p:txBody>
          <a:bodyPr>
            <a:normAutofit/>
          </a:bodyPr>
          <a:lstStyle/>
          <a:p>
            <a:r>
              <a:rPr lang="en-US" sz="1900" dirty="0"/>
              <a:t>The </a:t>
            </a:r>
            <a:r>
              <a:rPr lang="en-US" sz="1900" dirty="0" err="1"/>
              <a:t>pyATS</a:t>
            </a:r>
            <a:r>
              <a:rPr lang="en-US" sz="1900" dirty="0"/>
              <a:t> framework, developed by Cisco, is a comprehensive platform designed for automated network testing and validation. </a:t>
            </a:r>
          </a:p>
          <a:p>
            <a:r>
              <a:rPr lang="en-US" sz="1900" dirty="0"/>
              <a:t>Its modular architecture enables network engineers to create scalable, repeatable test environments—referred to as testbeds—that simulate complex network topologies. </a:t>
            </a:r>
          </a:p>
          <a:p>
            <a:r>
              <a:rPr lang="en-US" sz="1900" dirty="0"/>
              <a:t>The core components include testbed definitions, device connections, and test scripts, each playing a crucial role in automating network testing </a:t>
            </a:r>
            <a:r>
              <a:rPr lang="en-US" sz="1900" dirty="0" err="1"/>
              <a:t>pyATS</a:t>
            </a:r>
            <a:r>
              <a:rPr lang="en-US" sz="1900" dirty="0"/>
              <a:t> </a:t>
            </a:r>
            <a:r>
              <a:rPr lang="en-US" sz="1900" dirty="0" err="1"/>
              <a:t>pytest</a:t>
            </a:r>
            <a:r>
              <a:rPr lang="en-US" sz="1900" dirty="0"/>
              <a:t> workflows. </a:t>
            </a:r>
          </a:p>
          <a:p>
            <a:endParaRPr lang="en-US" sz="1900" dirty="0"/>
          </a:p>
          <a:p>
            <a:r>
              <a:rPr lang="en-US" sz="1900" dirty="0" err="1"/>
              <a:t>pytest</a:t>
            </a:r>
            <a:r>
              <a:rPr lang="en-US" sz="1900" dirty="0"/>
              <a:t> is a versatile testing framework that, when integrated with </a:t>
            </a:r>
            <a:r>
              <a:rPr lang="en-US" sz="1900" dirty="0" err="1"/>
              <a:t>pyATS</a:t>
            </a:r>
            <a:r>
              <a:rPr lang="en-US" sz="1900" dirty="0"/>
              <a:t>, empowers network engineers to write expressive, maintainable, and scalable network tests. Its support for fixtures, assertions, and comprehensive reporting makes it ideal for automated network validation.</a:t>
            </a:r>
          </a:p>
        </p:txBody>
      </p:sp>
    </p:spTree>
    <p:extLst>
      <p:ext uri="{BB962C8B-B14F-4D97-AF65-F5344CB8AC3E}">
        <p14:creationId xmlns:p14="http://schemas.microsoft.com/office/powerpoint/2010/main" val="42007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SD-WAN Network Automation</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1900" dirty="0"/>
              <a:t>SD-WAN API automation uses programmatic interfaces—primarily REST APIs exposed by controllers like Cisco </a:t>
            </a:r>
            <a:r>
              <a:rPr lang="en-US" sz="1900" dirty="0" err="1"/>
              <a:t>vManage</a:t>
            </a:r>
            <a:r>
              <a:rPr lang="en-US" sz="1900" dirty="0"/>
              <a:t>—to configure, monitor, and orchestrate software-defined wide area networks at scale. Instead of clicking through GUI dashboards or typing repetitive CLI commands for hundreds of branch sites. </a:t>
            </a:r>
          </a:p>
          <a:p>
            <a:endParaRPr lang="en-US" sz="1800" dirty="0"/>
          </a:p>
        </p:txBody>
      </p:sp>
      <p:pic>
        <p:nvPicPr>
          <p:cNvPr id="5" name="Picture 4">
            <a:extLst>
              <a:ext uri="{FF2B5EF4-FFF2-40B4-BE49-F238E27FC236}">
                <a16:creationId xmlns:a16="http://schemas.microsoft.com/office/drawing/2014/main" id="{7CA6AA78-30EB-8781-084D-CAA8222D1216}"/>
              </a:ext>
            </a:extLst>
          </p:cNvPr>
          <p:cNvPicPr>
            <a:picLocks noChangeAspect="1"/>
          </p:cNvPicPr>
          <p:nvPr/>
        </p:nvPicPr>
        <p:blipFill>
          <a:blip r:embed="rId2"/>
          <a:stretch>
            <a:fillRect/>
          </a:stretch>
        </p:blipFill>
        <p:spPr>
          <a:xfrm>
            <a:off x="2714317" y="3073400"/>
            <a:ext cx="7353300" cy="34194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69476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logging data parsing</a:t>
            </a:r>
          </a:p>
          <a:p>
            <a:pPr marL="0" indent="0">
              <a:buNone/>
            </a:pPr>
            <a:endParaRPr lang="en-US" dirty="0">
              <a:ea typeface="Calibri"/>
              <a:cs typeface="Calibri"/>
            </a:endParaRPr>
          </a:p>
          <a:p>
            <a:r>
              <a:rPr lang="en-US" dirty="0">
                <a:ea typeface="Calibri"/>
                <a:cs typeface="Calibri"/>
              </a:rPr>
              <a:t> Python Reporting</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4045</TotalTime>
  <Words>417</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2013 - 2022 Theme</vt:lpstr>
      <vt:lpstr>Python Scripting with Network</vt:lpstr>
      <vt:lpstr>Agenda</vt:lpstr>
      <vt:lpstr>Network Inventory Tools in Python</vt:lpstr>
      <vt:lpstr>Exception Handling</vt:lpstr>
      <vt:lpstr>Network Testing &amp; Automation</vt:lpstr>
      <vt:lpstr>SD-WAN Network Automation</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73</cp:revision>
  <dcterms:created xsi:type="dcterms:W3CDTF">2026-04-11T17:33:10Z</dcterms:created>
  <dcterms:modified xsi:type="dcterms:W3CDTF">2026-06-10T09:12:13Z</dcterms:modified>
</cp:coreProperties>
</file>