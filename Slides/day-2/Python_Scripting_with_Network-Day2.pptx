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83" r:id="rId2"/>
    <p:sldId id="257" r:id="rId3"/>
    <p:sldId id="258" r:id="rId4"/>
    <p:sldId id="259" r:id="rId5"/>
    <p:sldId id="265" r:id="rId6"/>
    <p:sldId id="266" r:id="rId7"/>
    <p:sldId id="267" r:id="rId8"/>
    <p:sldId id="269" r:id="rId9"/>
    <p:sldId id="270" r:id="rId10"/>
    <p:sldId id="271" r:id="rId11"/>
    <p:sldId id="272" r:id="rId12"/>
    <p:sldId id="273" r:id="rId13"/>
    <p:sldId id="274" r:id="rId14"/>
    <p:sldId id="275" r:id="rId15"/>
    <p:sldId id="284" r:id="rId16"/>
    <p:sldId id="285" r:id="rId17"/>
    <p:sldId id="286" r:id="rId18"/>
    <p:sldId id="287" r:id="rId19"/>
    <p:sldId id="288" r:id="rId20"/>
    <p:sldId id="289" r:id="rId21"/>
    <p:sldId id="280"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65" d="100"/>
          <a:sy n="65" d="100"/>
        </p:scale>
        <p:origin x="91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D1D1EADE-8E88-4C7C-8AC5-FB148DE4940E}" type="datetime1">
              <a:rPr lang="en-US" smtClean="0"/>
              <a:t>5/22/2026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8381282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57B6794-849E-4626-908B-D15793550EFB}" type="datetime1">
              <a:rPr lang="en-US" smtClean="0"/>
              <a:t>5/22/2026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6310521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DB64E7-5594-42A3-ADBF-E95A7ACEAD64}" type="datetime1">
              <a:rPr lang="en-US" smtClean="0"/>
              <a:t>5/22/2026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6753848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8462B0B-D248-4FFB-8695-AD7FA4B1284A}" type="datetime1">
              <a:rPr lang="en-US" smtClean="0"/>
              <a:t>5/22/2026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3291337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0378EFB-9159-4510-B73F-4F0409ADE937}" type="datetime1">
              <a:rPr lang="en-US" smtClean="0"/>
              <a:t>5/22/2026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58803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9BC9412-2452-4BED-A324-9D8C115361AD}" type="datetime1">
              <a:rPr lang="en-US" smtClean="0"/>
              <a:t>5/22/2026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961267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318F62-D251-40E8-A23C-F4CFE9FEAB41}" type="datetime1">
              <a:rPr lang="en-US" smtClean="0"/>
              <a:t>5/22/2026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688457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4F76144-149E-4874-93A5-554A0357CF82}" type="datetime1">
              <a:rPr lang="en-US" smtClean="0"/>
              <a:t>5/22/2026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655275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0BA65D8-0540-4835-AE5C-25D29DBA01BE}" type="datetime1">
              <a:rPr lang="en-US" smtClean="0"/>
              <a:t>5/22/2026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7722652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C3C8B9C-477D-492A-96AD-1FC2CC997A73}" type="datetime1">
              <a:rPr lang="en-US" smtClean="0"/>
              <a:t>5/22/2026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5324296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D3AED5-E26D-4E29-B1B3-7847B6779594}" type="datetime1">
              <a:rPr lang="en-US" smtClean="0"/>
              <a:t>5/22/2026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9350019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31BA835-12AC-4E8F-955A-EA3F4DE2791F}" type="datetime1">
              <a:rPr lang="en-US" smtClean="0"/>
              <a:t>5/22/2026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E7843D-FF13-4365-9478-9625B70A2705}" type="slidenum">
              <a:rPr lang="en-US" smtClean="0"/>
              <a:t>‹#›</a:t>
            </a:fld>
            <a:endParaRPr lang="en-US"/>
          </a:p>
        </p:txBody>
      </p:sp>
    </p:spTree>
    <p:extLst>
      <p:ext uri="{BB962C8B-B14F-4D97-AF65-F5344CB8AC3E}">
        <p14:creationId xmlns:p14="http://schemas.microsoft.com/office/powerpoint/2010/main" val="2422642351"/>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Layout" Target="../slideLayouts/slideLayout2.xml"/><Relationship Id="rId1" Type="http://schemas.openxmlformats.org/officeDocument/2006/relationships/video" Target="https://www.youtube.com/embed/ke9xSWJCWX8?list=PL2Uw4_HvXqvYg5fYUg9tzVrY3zCT7W7Y7"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6F670B7-BE47-7E35-0D27-0BAB2C561052}"/>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8219B7A-2A46-EAB6-DB28-580FA3519F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92BC140-2EEB-8EEA-E87E-6A111266ED29}"/>
              </a:ext>
            </a:extLst>
          </p:cNvPr>
          <p:cNvPicPr>
            <a:picLocks noChangeAspect="1"/>
          </p:cNvPicPr>
          <p:nvPr/>
        </p:nvPicPr>
        <p:blipFill>
          <a:blip r:embed="rId2"/>
          <a:srcRect r="10666" b="-1"/>
          <a:stretch>
            <a:fillRect/>
          </a:stretch>
        </p:blipFill>
        <p:spPr>
          <a:xfrm>
            <a:off x="20" y="10"/>
            <a:ext cx="12191980" cy="6857990"/>
          </a:xfrm>
          <a:prstGeom prst="rect">
            <a:avLst/>
          </a:prstGeom>
        </p:spPr>
      </p:pic>
      <p:sp>
        <p:nvSpPr>
          <p:cNvPr id="11" name="Graphic 1">
            <a:extLst>
              <a:ext uri="{FF2B5EF4-FFF2-40B4-BE49-F238E27FC236}">
                <a16:creationId xmlns:a16="http://schemas.microsoft.com/office/drawing/2014/main" id="{83B80ED1-C27B-6D48-B5D8-A825BB88C9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V="1">
            <a:off x="2655438" y="838201"/>
            <a:ext cx="7098161" cy="4549051"/>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2" name="Title 1">
            <a:extLst>
              <a:ext uri="{FF2B5EF4-FFF2-40B4-BE49-F238E27FC236}">
                <a16:creationId xmlns:a16="http://schemas.microsoft.com/office/drawing/2014/main" id="{30F9ED15-CDB1-785A-7695-72DF53472499}"/>
              </a:ext>
            </a:extLst>
          </p:cNvPr>
          <p:cNvSpPr>
            <a:spLocks noGrp="1"/>
          </p:cNvSpPr>
          <p:nvPr>
            <p:ph type="ctrTitle"/>
          </p:nvPr>
        </p:nvSpPr>
        <p:spPr>
          <a:xfrm>
            <a:off x="3325473" y="1924619"/>
            <a:ext cx="5541054" cy="1655378"/>
          </a:xfrm>
        </p:spPr>
        <p:txBody>
          <a:bodyPr>
            <a:normAutofit/>
          </a:bodyPr>
          <a:lstStyle/>
          <a:p>
            <a:r>
              <a:rPr lang="en-US" sz="3700" dirty="0"/>
              <a:t>Python Scripting with Network</a:t>
            </a:r>
          </a:p>
        </p:txBody>
      </p:sp>
      <p:sp>
        <p:nvSpPr>
          <p:cNvPr id="3" name="Subtitle 2">
            <a:extLst>
              <a:ext uri="{FF2B5EF4-FFF2-40B4-BE49-F238E27FC236}">
                <a16:creationId xmlns:a16="http://schemas.microsoft.com/office/drawing/2014/main" id="{1767AC54-0FE9-0C64-0851-2225707E0491}"/>
              </a:ext>
            </a:extLst>
          </p:cNvPr>
          <p:cNvSpPr>
            <a:spLocks noGrp="1"/>
          </p:cNvSpPr>
          <p:nvPr>
            <p:ph type="subTitle" idx="1"/>
          </p:nvPr>
        </p:nvSpPr>
        <p:spPr>
          <a:xfrm>
            <a:off x="3880419" y="3668285"/>
            <a:ext cx="4431162" cy="1337967"/>
          </a:xfrm>
        </p:spPr>
        <p:txBody>
          <a:bodyPr vert="horz" lIns="91440" tIns="45720" rIns="91440" bIns="45720" rtlCol="0" anchor="t">
            <a:normAutofit/>
          </a:bodyPr>
          <a:lstStyle/>
          <a:p>
            <a:r>
              <a:rPr lang="en-US" dirty="0"/>
              <a:t>Day 2</a:t>
            </a:r>
          </a:p>
        </p:txBody>
      </p:sp>
    </p:spTree>
    <p:extLst>
      <p:ext uri="{BB962C8B-B14F-4D97-AF65-F5344CB8AC3E}">
        <p14:creationId xmlns:p14="http://schemas.microsoft.com/office/powerpoint/2010/main" val="2006319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2BB31E-A9BD-D8C3-F865-874E07BC1798}"/>
              </a:ext>
            </a:extLst>
          </p:cNvPr>
          <p:cNvSpPr>
            <a:spLocks noGrp="1"/>
          </p:cNvSpPr>
          <p:nvPr>
            <p:ph type="title"/>
          </p:nvPr>
        </p:nvSpPr>
        <p:spPr>
          <a:xfrm>
            <a:off x="5297762" y="329184"/>
            <a:ext cx="6251110" cy="1783080"/>
          </a:xfrm>
        </p:spPr>
        <p:txBody>
          <a:bodyPr anchor="b">
            <a:normAutofit/>
          </a:bodyPr>
          <a:lstStyle/>
          <a:p>
            <a:r>
              <a:rPr lang="en-US" sz="5400"/>
              <a:t>Agenda</a:t>
            </a:r>
          </a:p>
        </p:txBody>
      </p:sp>
      <p:pic>
        <p:nvPicPr>
          <p:cNvPr id="22" name="Picture 21" descr="Computer script on a screen">
            <a:extLst>
              <a:ext uri="{FF2B5EF4-FFF2-40B4-BE49-F238E27FC236}">
                <a16:creationId xmlns:a16="http://schemas.microsoft.com/office/drawing/2014/main" id="{E3E24C0B-1BDE-A4F0-4482-865C265ACB09}"/>
              </a:ext>
            </a:extLst>
          </p:cNvPr>
          <p:cNvPicPr>
            <a:picLocks noChangeAspect="1"/>
          </p:cNvPicPr>
          <p:nvPr/>
        </p:nvPicPr>
        <p:blipFill>
          <a:blip r:embed="rId2"/>
          <a:srcRect l="7448" r="47221" b="-1"/>
          <a:stretch>
            <a:fillRect/>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28"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518882D-3313-EA10-DF38-9C2AAE0C7A76}"/>
              </a:ext>
            </a:extLst>
          </p:cNvPr>
          <p:cNvSpPr>
            <a:spLocks noGrp="1"/>
          </p:cNvSpPr>
          <p:nvPr>
            <p:ph idx="1"/>
          </p:nvPr>
        </p:nvSpPr>
        <p:spPr>
          <a:xfrm>
            <a:off x="5297762" y="2749756"/>
            <a:ext cx="6251110" cy="3440732"/>
          </a:xfrm>
        </p:spPr>
        <p:txBody>
          <a:bodyPr vert="horz" lIns="91440" tIns="45720" rIns="91440" bIns="45720" rtlCol="0" anchor="t">
            <a:normAutofit/>
          </a:bodyPr>
          <a:lstStyle/>
          <a:p>
            <a:r>
              <a:rPr lang="en-US" sz="2200" dirty="0"/>
              <a:t>Python Data Types</a:t>
            </a:r>
            <a:endParaRPr lang="en-US" dirty="0"/>
          </a:p>
          <a:p>
            <a:r>
              <a:rPr lang="en-US" sz="2200" dirty="0">
                <a:ea typeface="Calibri" panose="020F0502020204030204"/>
                <a:cs typeface="Calibri" panose="020F0502020204030204"/>
              </a:rPr>
              <a:t>Variables in Python</a:t>
            </a:r>
          </a:p>
          <a:p>
            <a:r>
              <a:rPr lang="en-US" sz="2200" dirty="0">
                <a:ea typeface="Calibri" panose="020F0502020204030204"/>
                <a:cs typeface="Calibri" panose="020F0502020204030204"/>
              </a:rPr>
              <a:t>Operators in Python</a:t>
            </a:r>
            <a:endParaRPr lang="en-US" dirty="0">
              <a:ea typeface="Calibri" panose="020F0502020204030204"/>
              <a:cs typeface="Calibri" panose="020F0502020204030204"/>
            </a:endParaRPr>
          </a:p>
          <a:p>
            <a:r>
              <a:rPr lang="en-US" sz="2200" dirty="0">
                <a:ea typeface="Calibri" panose="020F0502020204030204"/>
                <a:cs typeface="Calibri" panose="020F0502020204030204"/>
              </a:rPr>
              <a:t>Python Loops</a:t>
            </a:r>
            <a:endParaRPr lang="en-US" dirty="0">
              <a:ea typeface="Calibri" panose="020F0502020204030204"/>
              <a:cs typeface="Calibri" panose="020F0502020204030204"/>
            </a:endParaRPr>
          </a:p>
          <a:p>
            <a:r>
              <a:rPr lang="en-US" sz="2200" dirty="0">
                <a:ea typeface="Calibri" panose="020F0502020204030204"/>
                <a:cs typeface="Calibri" panose="020F0502020204030204"/>
              </a:rPr>
              <a:t>Conditional statements</a:t>
            </a:r>
          </a:p>
          <a:p>
            <a:r>
              <a:rPr lang="en-US" sz="2200" dirty="0">
                <a:ea typeface="Calibri" panose="020F0502020204030204"/>
                <a:cs typeface="Calibri" panose="020F0502020204030204"/>
              </a:rPr>
              <a:t>Python Files</a:t>
            </a:r>
          </a:p>
          <a:p>
            <a:r>
              <a:rPr lang="en-US" sz="2200" dirty="0">
                <a:ea typeface="Calibri" panose="020F0502020204030204"/>
                <a:cs typeface="Calibri" panose="020F0502020204030204"/>
              </a:rPr>
              <a:t>Python Exception Handling</a:t>
            </a:r>
          </a:p>
          <a:p>
            <a:r>
              <a:rPr lang="en-US" sz="2200" dirty="0">
                <a:ea typeface="Calibri" panose="020F0502020204030204"/>
                <a:cs typeface="Calibri" panose="020F0502020204030204"/>
              </a:rPr>
              <a:t>Python Classes</a:t>
            </a:r>
          </a:p>
        </p:txBody>
      </p:sp>
    </p:spTree>
    <p:extLst>
      <p:ext uri="{BB962C8B-B14F-4D97-AF65-F5344CB8AC3E}">
        <p14:creationId xmlns:p14="http://schemas.microsoft.com/office/powerpoint/2010/main" val="19798733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9A36457-A5F4-4103-A443-02581C091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C5FB7E8-B636-40FA-BE8D-48145C0F5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12192000" cy="2295238"/>
          </a:xfrm>
          <a:custGeom>
            <a:avLst/>
            <a:gdLst>
              <a:gd name="connsiteX0" fmla="*/ 12160143 w 12192000"/>
              <a:gd name="connsiteY0" fmla="*/ 831692 h 2079137"/>
              <a:gd name="connsiteX1" fmla="*/ 12159112 w 12192000"/>
              <a:gd name="connsiteY1" fmla="*/ 833361 h 2079137"/>
              <a:gd name="connsiteX2" fmla="*/ 12158912 w 12192000"/>
              <a:gd name="connsiteY2" fmla="*/ 832430 h 2079137"/>
              <a:gd name="connsiteX3" fmla="*/ 0 w 12192000"/>
              <a:gd name="connsiteY3" fmla="*/ 0 h 2079137"/>
              <a:gd name="connsiteX4" fmla="*/ 12192000 w 12192000"/>
              <a:gd name="connsiteY4" fmla="*/ 0 h 2079137"/>
              <a:gd name="connsiteX5" fmla="*/ 12192000 w 12192000"/>
              <a:gd name="connsiteY5" fmla="*/ 558063 h 2079137"/>
              <a:gd name="connsiteX6" fmla="*/ 12189259 w 12192000"/>
              <a:gd name="connsiteY6" fmla="*/ 810508 h 2079137"/>
              <a:gd name="connsiteX7" fmla="*/ 12170847 w 12192000"/>
              <a:gd name="connsiteY7" fmla="*/ 825280 h 2079137"/>
              <a:gd name="connsiteX8" fmla="*/ 12160143 w 12192000"/>
              <a:gd name="connsiteY8" fmla="*/ 831692 h 2079137"/>
              <a:gd name="connsiteX9" fmla="*/ 12163806 w 12192000"/>
              <a:gd name="connsiteY9" fmla="*/ 825759 h 2079137"/>
              <a:gd name="connsiteX10" fmla="*/ 12056557 w 12192000"/>
              <a:gd name="connsiteY10" fmla="*/ 810176 h 2079137"/>
              <a:gd name="connsiteX11" fmla="*/ 11900316 w 12192000"/>
              <a:gd name="connsiteY11" fmla="*/ 789618 h 2079137"/>
              <a:gd name="connsiteX12" fmla="*/ 11791206 w 12192000"/>
              <a:gd name="connsiteY12" fmla="*/ 824176 h 2079137"/>
              <a:gd name="connsiteX13" fmla="*/ 11659257 w 12192000"/>
              <a:gd name="connsiteY13" fmla="*/ 800841 h 2079137"/>
              <a:gd name="connsiteX14" fmla="*/ 11569789 w 12192000"/>
              <a:gd name="connsiteY14" fmla="*/ 797135 h 2079137"/>
              <a:gd name="connsiteX15" fmla="*/ 11367885 w 12192000"/>
              <a:gd name="connsiteY15" fmla="*/ 791985 h 2079137"/>
              <a:gd name="connsiteX16" fmla="*/ 11174663 w 12192000"/>
              <a:gd name="connsiteY16" fmla="*/ 788721 h 2079137"/>
              <a:gd name="connsiteX17" fmla="*/ 11068220 w 12192000"/>
              <a:gd name="connsiteY17" fmla="*/ 786994 h 2079137"/>
              <a:gd name="connsiteX18" fmla="*/ 10893266 w 12192000"/>
              <a:gd name="connsiteY18" fmla="*/ 794013 h 2079137"/>
              <a:gd name="connsiteX19" fmla="*/ 10844025 w 12192000"/>
              <a:gd name="connsiteY19" fmla="*/ 789857 h 2079137"/>
              <a:gd name="connsiteX20" fmla="*/ 10814353 w 12192000"/>
              <a:gd name="connsiteY20" fmla="*/ 789010 h 2079137"/>
              <a:gd name="connsiteX21" fmla="*/ 10748393 w 12192000"/>
              <a:gd name="connsiteY21" fmla="*/ 806738 h 2079137"/>
              <a:gd name="connsiteX22" fmla="*/ 10468256 w 12192000"/>
              <a:gd name="connsiteY22" fmla="*/ 778733 h 2079137"/>
              <a:gd name="connsiteX23" fmla="*/ 10256131 w 12192000"/>
              <a:gd name="connsiteY23" fmla="*/ 788332 h 2079137"/>
              <a:gd name="connsiteX24" fmla="*/ 10177442 w 12192000"/>
              <a:gd name="connsiteY24" fmla="*/ 777371 h 2079137"/>
              <a:gd name="connsiteX25" fmla="*/ 10006086 w 12192000"/>
              <a:gd name="connsiteY25" fmla="*/ 792651 h 2079137"/>
              <a:gd name="connsiteX26" fmla="*/ 9952382 w 12192000"/>
              <a:gd name="connsiteY26" fmla="*/ 815411 h 2079137"/>
              <a:gd name="connsiteX27" fmla="*/ 9926457 w 12192000"/>
              <a:gd name="connsiteY27" fmla="*/ 827295 h 2079137"/>
              <a:gd name="connsiteX28" fmla="*/ 9843405 w 12192000"/>
              <a:gd name="connsiteY28" fmla="*/ 867046 h 2079137"/>
              <a:gd name="connsiteX29" fmla="*/ 9830866 w 12192000"/>
              <a:gd name="connsiteY29" fmla="*/ 875047 h 2079137"/>
              <a:gd name="connsiteX30" fmla="*/ 9801807 w 12192000"/>
              <a:gd name="connsiteY30" fmla="*/ 872272 h 2079137"/>
              <a:gd name="connsiteX31" fmla="*/ 9785653 w 12192000"/>
              <a:gd name="connsiteY31" fmla="*/ 861743 h 2079137"/>
              <a:gd name="connsiteX32" fmla="*/ 9781177 w 12192000"/>
              <a:gd name="connsiteY32" fmla="*/ 864820 h 2079137"/>
              <a:gd name="connsiteX33" fmla="*/ 9768640 w 12192000"/>
              <a:gd name="connsiteY33" fmla="*/ 869379 h 2079137"/>
              <a:gd name="connsiteX34" fmla="*/ 9712211 w 12192000"/>
              <a:gd name="connsiteY34" fmla="*/ 900283 h 2079137"/>
              <a:gd name="connsiteX35" fmla="*/ 9689465 w 12192000"/>
              <a:gd name="connsiteY35" fmla="*/ 899268 h 2079137"/>
              <a:gd name="connsiteX36" fmla="*/ 9600339 w 12192000"/>
              <a:gd name="connsiteY36" fmla="*/ 922112 h 2079137"/>
              <a:gd name="connsiteX37" fmla="*/ 9582850 w 12192000"/>
              <a:gd name="connsiteY37" fmla="*/ 925510 h 2079137"/>
              <a:gd name="connsiteX38" fmla="*/ 9549638 w 12192000"/>
              <a:gd name="connsiteY38" fmla="*/ 940845 h 2079137"/>
              <a:gd name="connsiteX39" fmla="*/ 9539471 w 12192000"/>
              <a:gd name="connsiteY39" fmla="*/ 941799 h 2079137"/>
              <a:gd name="connsiteX40" fmla="*/ 9505592 w 12192000"/>
              <a:gd name="connsiteY40" fmla="*/ 955533 h 2079137"/>
              <a:gd name="connsiteX41" fmla="*/ 9432569 w 12192000"/>
              <a:gd name="connsiteY41" fmla="*/ 985377 h 2079137"/>
              <a:gd name="connsiteX42" fmla="*/ 9414216 w 12192000"/>
              <a:gd name="connsiteY42" fmla="*/ 992655 h 2079137"/>
              <a:gd name="connsiteX43" fmla="*/ 9397106 w 12192000"/>
              <a:gd name="connsiteY43" fmla="*/ 992980 h 2079137"/>
              <a:gd name="connsiteX44" fmla="*/ 9305108 w 12192000"/>
              <a:gd name="connsiteY44" fmla="*/ 1007767 h 2079137"/>
              <a:gd name="connsiteX45" fmla="*/ 9282434 w 12192000"/>
              <a:gd name="connsiteY45" fmla="*/ 1007523 h 2079137"/>
              <a:gd name="connsiteX46" fmla="*/ 9271941 w 12192000"/>
              <a:gd name="connsiteY46" fmla="*/ 1002839 h 2079137"/>
              <a:gd name="connsiteX47" fmla="*/ 9238227 w 12192000"/>
              <a:gd name="connsiteY47" fmla="*/ 1017668 h 2079137"/>
              <a:gd name="connsiteX48" fmla="*/ 9184265 w 12192000"/>
              <a:gd name="connsiteY48" fmla="*/ 1031275 h 2079137"/>
              <a:gd name="connsiteX49" fmla="*/ 9159000 w 12192000"/>
              <a:gd name="connsiteY49" fmla="*/ 1039569 h 2079137"/>
              <a:gd name="connsiteX50" fmla="*/ 9137031 w 12192000"/>
              <a:gd name="connsiteY50" fmla="*/ 1038699 h 2079137"/>
              <a:gd name="connsiteX51" fmla="*/ 9015702 w 12192000"/>
              <a:gd name="connsiteY51" fmla="*/ 1051400 h 2079137"/>
              <a:gd name="connsiteX52" fmla="*/ 8971403 w 12192000"/>
              <a:gd name="connsiteY52" fmla="*/ 1040542 h 2079137"/>
              <a:gd name="connsiteX53" fmla="*/ 8961826 w 12192000"/>
              <a:gd name="connsiteY53" fmla="*/ 1045364 h 2079137"/>
              <a:gd name="connsiteX54" fmla="*/ 8888623 w 12192000"/>
              <a:gd name="connsiteY54" fmla="*/ 1053908 h 2079137"/>
              <a:gd name="connsiteX55" fmla="*/ 8841066 w 12192000"/>
              <a:gd name="connsiteY55" fmla="*/ 1060421 h 2079137"/>
              <a:gd name="connsiteX56" fmla="*/ 8752342 w 12192000"/>
              <a:gd name="connsiteY56" fmla="*/ 1080646 h 2079137"/>
              <a:gd name="connsiteX57" fmla="*/ 8699139 w 12192000"/>
              <a:gd name="connsiteY57" fmla="*/ 1087885 h 2079137"/>
              <a:gd name="connsiteX58" fmla="*/ 8667273 w 12192000"/>
              <a:gd name="connsiteY58" fmla="*/ 1092062 h 2079137"/>
              <a:gd name="connsiteX59" fmla="*/ 8586064 w 12192000"/>
              <a:gd name="connsiteY59" fmla="*/ 1114603 h 2079137"/>
              <a:gd name="connsiteX60" fmla="*/ 8460312 w 12192000"/>
              <a:gd name="connsiteY60" fmla="*/ 1179878 h 2079137"/>
              <a:gd name="connsiteX61" fmla="*/ 8419023 w 12192000"/>
              <a:gd name="connsiteY61" fmla="*/ 1191748 h 2079137"/>
              <a:gd name="connsiteX62" fmla="*/ 8410939 w 12192000"/>
              <a:gd name="connsiteY62" fmla="*/ 1189696 h 2079137"/>
              <a:gd name="connsiteX63" fmla="*/ 8362040 w 12192000"/>
              <a:gd name="connsiteY63" fmla="*/ 1220820 h 2079137"/>
              <a:gd name="connsiteX64" fmla="*/ 8273677 w 12192000"/>
              <a:gd name="connsiteY64" fmla="*/ 1236495 h 2079137"/>
              <a:gd name="connsiteX65" fmla="*/ 8204283 w 12192000"/>
              <a:gd name="connsiteY65" fmla="*/ 1243537 h 2079137"/>
              <a:gd name="connsiteX66" fmla="*/ 8166550 w 12192000"/>
              <a:gd name="connsiteY66" fmla="*/ 1249551 h 2079137"/>
              <a:gd name="connsiteX67" fmla="*/ 8137785 w 12192000"/>
              <a:gd name="connsiteY67" fmla="*/ 1251636 h 2079137"/>
              <a:gd name="connsiteX68" fmla="*/ 8071596 w 12192000"/>
              <a:gd name="connsiteY68" fmla="*/ 1269274 h 2079137"/>
              <a:gd name="connsiteX69" fmla="*/ 7964816 w 12192000"/>
              <a:gd name="connsiteY69" fmla="*/ 1303668 h 2079137"/>
              <a:gd name="connsiteX70" fmla="*/ 7941495 w 12192000"/>
              <a:gd name="connsiteY70" fmla="*/ 1309821 h 2079137"/>
              <a:gd name="connsiteX71" fmla="*/ 7919123 w 12192000"/>
              <a:gd name="connsiteY71" fmla="*/ 1310466 h 2079137"/>
              <a:gd name="connsiteX72" fmla="*/ 7911902 w 12192000"/>
              <a:gd name="connsiteY72" fmla="*/ 1306569 h 2079137"/>
              <a:gd name="connsiteX73" fmla="*/ 7898703 w 12192000"/>
              <a:gd name="connsiteY73" fmla="*/ 1309208 h 2079137"/>
              <a:gd name="connsiteX74" fmla="*/ 7894703 w 12192000"/>
              <a:gd name="connsiteY74" fmla="*/ 1308939 h 2079137"/>
              <a:gd name="connsiteX75" fmla="*/ 7872267 w 12192000"/>
              <a:gd name="connsiteY75" fmla="*/ 1308370 h 2079137"/>
              <a:gd name="connsiteX76" fmla="*/ 7836454 w 12192000"/>
              <a:gd name="connsiteY76" fmla="*/ 1331265 h 2079137"/>
              <a:gd name="connsiteX77" fmla="*/ 7782451 w 12192000"/>
              <a:gd name="connsiteY77" fmla="*/ 1339601 h 2079137"/>
              <a:gd name="connsiteX78" fmla="*/ 7542969 w 12192000"/>
              <a:gd name="connsiteY78" fmla="*/ 1372495 h 2079137"/>
              <a:gd name="connsiteX79" fmla="*/ 7476832 w 12192000"/>
              <a:gd name="connsiteY79" fmla="*/ 1431655 h 2079137"/>
              <a:gd name="connsiteX80" fmla="*/ 7370237 w 12192000"/>
              <a:gd name="connsiteY80" fmla="*/ 1474339 h 2079137"/>
              <a:gd name="connsiteX81" fmla="*/ 7222223 w 12192000"/>
              <a:gd name="connsiteY81" fmla="*/ 1510199 h 2079137"/>
              <a:gd name="connsiteX82" fmla="*/ 7215703 w 12192000"/>
              <a:gd name="connsiteY82" fmla="*/ 1520424 h 2079137"/>
              <a:gd name="connsiteX83" fmla="*/ 7204548 w 12192000"/>
              <a:gd name="connsiteY83" fmla="*/ 1528145 h 2079137"/>
              <a:gd name="connsiteX84" fmla="*/ 7202038 w 12192000"/>
              <a:gd name="connsiteY84" fmla="*/ 1527954 h 2079137"/>
              <a:gd name="connsiteX85" fmla="*/ 7173860 w 12192000"/>
              <a:gd name="connsiteY85" fmla="*/ 1541605 h 2079137"/>
              <a:gd name="connsiteX86" fmla="*/ 7155079 w 12192000"/>
              <a:gd name="connsiteY86" fmla="*/ 1552495 h 2079137"/>
              <a:gd name="connsiteX87" fmla="*/ 7149757 w 12192000"/>
              <a:gd name="connsiteY87" fmla="*/ 1552732 h 2079137"/>
              <a:gd name="connsiteX88" fmla="*/ 7104804 w 12192000"/>
              <a:gd name="connsiteY88" fmla="*/ 1565792 h 2079137"/>
              <a:gd name="connsiteX89" fmla="*/ 7082824 w 12192000"/>
              <a:gd name="connsiteY89" fmla="*/ 1567947 h 2079137"/>
              <a:gd name="connsiteX90" fmla="*/ 7021520 w 12192000"/>
              <a:gd name="connsiteY90" fmla="*/ 1562334 h 2079137"/>
              <a:gd name="connsiteX91" fmla="*/ 6988956 w 12192000"/>
              <a:gd name="connsiteY91" fmla="*/ 1576442 h 2079137"/>
              <a:gd name="connsiteX92" fmla="*/ 6981922 w 12192000"/>
              <a:gd name="connsiteY92" fmla="*/ 1578821 h 2079137"/>
              <a:gd name="connsiteX93" fmla="*/ 6981583 w 12192000"/>
              <a:gd name="connsiteY93" fmla="*/ 1578678 h 2079137"/>
              <a:gd name="connsiteX94" fmla="*/ 6973762 w 12192000"/>
              <a:gd name="connsiteY94" fmla="*/ 1580811 h 2079137"/>
              <a:gd name="connsiteX95" fmla="*/ 6969093 w 12192000"/>
              <a:gd name="connsiteY95" fmla="*/ 1583157 h 2079137"/>
              <a:gd name="connsiteX96" fmla="*/ 6890037 w 12192000"/>
              <a:gd name="connsiteY96" fmla="*/ 1575825 h 2079137"/>
              <a:gd name="connsiteX97" fmla="*/ 6785054 w 12192000"/>
              <a:gd name="connsiteY97" fmla="*/ 1582200 h 2079137"/>
              <a:gd name="connsiteX98" fmla="*/ 6681692 w 12192000"/>
              <a:gd name="connsiteY98" fmla="*/ 1591296 h 2079137"/>
              <a:gd name="connsiteX99" fmla="*/ 6644556 w 12192000"/>
              <a:gd name="connsiteY99" fmla="*/ 1595940 h 2079137"/>
              <a:gd name="connsiteX100" fmla="*/ 6577106 w 12192000"/>
              <a:gd name="connsiteY100" fmla="*/ 1598261 h 2079137"/>
              <a:gd name="connsiteX101" fmla="*/ 6544183 w 12192000"/>
              <a:gd name="connsiteY101" fmla="*/ 1596149 h 2079137"/>
              <a:gd name="connsiteX102" fmla="*/ 6540921 w 12192000"/>
              <a:gd name="connsiteY102" fmla="*/ 1593857 h 2079137"/>
              <a:gd name="connsiteX103" fmla="*/ 6535046 w 12192000"/>
              <a:gd name="connsiteY103" fmla="*/ 1593283 h 2079137"/>
              <a:gd name="connsiteX104" fmla="*/ 6519853 w 12192000"/>
              <a:gd name="connsiteY104" fmla="*/ 1595771 h 2079137"/>
              <a:gd name="connsiteX105" fmla="*/ 6514280 w 12192000"/>
              <a:gd name="connsiteY105" fmla="*/ 1597376 h 2079137"/>
              <a:gd name="connsiteX106" fmla="*/ 6505824 w 12192000"/>
              <a:gd name="connsiteY106" fmla="*/ 1598298 h 2079137"/>
              <a:gd name="connsiteX107" fmla="*/ 6505573 w 12192000"/>
              <a:gd name="connsiteY107" fmla="*/ 1598109 h 2079137"/>
              <a:gd name="connsiteX108" fmla="*/ 6497741 w 12192000"/>
              <a:gd name="connsiteY108" fmla="*/ 1599392 h 2079137"/>
              <a:gd name="connsiteX109" fmla="*/ 6459992 w 12192000"/>
              <a:gd name="connsiteY109" fmla="*/ 1608358 h 2079137"/>
              <a:gd name="connsiteX110" fmla="*/ 6404572 w 12192000"/>
              <a:gd name="connsiteY110" fmla="*/ 1593771 h 2079137"/>
              <a:gd name="connsiteX111" fmla="*/ 6382671 w 12192000"/>
              <a:gd name="connsiteY111" fmla="*/ 1592612 h 2079137"/>
              <a:gd name="connsiteX112" fmla="*/ 6369843 w 12192000"/>
              <a:gd name="connsiteY112" fmla="*/ 1590015 h 2079137"/>
              <a:gd name="connsiteX113" fmla="*/ 6269740 w 12192000"/>
              <a:gd name="connsiteY113" fmla="*/ 1614633 h 2079137"/>
              <a:gd name="connsiteX114" fmla="*/ 6255405 w 12192000"/>
              <a:gd name="connsiteY114" fmla="*/ 1620529 h 2079137"/>
              <a:gd name="connsiteX115" fmla="*/ 6244248 w 12192000"/>
              <a:gd name="connsiteY115" fmla="*/ 1629561 h 2079137"/>
              <a:gd name="connsiteX116" fmla="*/ 6086396 w 12192000"/>
              <a:gd name="connsiteY116" fmla="*/ 1642666 h 2079137"/>
              <a:gd name="connsiteX117" fmla="*/ 5867429 w 12192000"/>
              <a:gd name="connsiteY117" fmla="*/ 1695554 h 2079137"/>
              <a:gd name="connsiteX118" fmla="*/ 5772864 w 12192000"/>
              <a:gd name="connsiteY118" fmla="*/ 1689002 h 2079137"/>
              <a:gd name="connsiteX119" fmla="*/ 5629833 w 12192000"/>
              <a:gd name="connsiteY119" fmla="*/ 1713273 h 2079137"/>
              <a:gd name="connsiteX120" fmla="*/ 5504771 w 12192000"/>
              <a:gd name="connsiteY120" fmla="*/ 1725744 h 2079137"/>
              <a:gd name="connsiteX121" fmla="*/ 5490967 w 12192000"/>
              <a:gd name="connsiteY121" fmla="*/ 1726367 h 2079137"/>
              <a:gd name="connsiteX122" fmla="*/ 5486015 w 12192000"/>
              <a:gd name="connsiteY122" fmla="*/ 1721481 h 2079137"/>
              <a:gd name="connsiteX123" fmla="*/ 5439364 w 12192000"/>
              <a:gd name="connsiteY123" fmla="*/ 1721349 h 2079137"/>
              <a:gd name="connsiteX124" fmla="*/ 5350025 w 12192000"/>
              <a:gd name="connsiteY124" fmla="*/ 1729885 h 2079137"/>
              <a:gd name="connsiteX125" fmla="*/ 5336104 w 12192000"/>
              <a:gd name="connsiteY125" fmla="*/ 1734377 h 2079137"/>
              <a:gd name="connsiteX126" fmla="*/ 5245234 w 12192000"/>
              <a:gd name="connsiteY126" fmla="*/ 1738520 h 2079137"/>
              <a:gd name="connsiteX127" fmla="*/ 5182955 w 12192000"/>
              <a:gd name="connsiteY127" fmla="*/ 1744622 h 2079137"/>
              <a:gd name="connsiteX128" fmla="*/ 5169506 w 12192000"/>
              <a:gd name="connsiteY128" fmla="*/ 1748993 h 2079137"/>
              <a:gd name="connsiteX129" fmla="*/ 5154299 w 12192000"/>
              <a:gd name="connsiteY129" fmla="*/ 1744080 h 2079137"/>
              <a:gd name="connsiteX130" fmla="*/ 5149917 w 12192000"/>
              <a:gd name="connsiteY130" fmla="*/ 1739727 h 2079137"/>
              <a:gd name="connsiteX131" fmla="*/ 5100319 w 12192000"/>
              <a:gd name="connsiteY131" fmla="*/ 1745797 h 2079137"/>
              <a:gd name="connsiteX132" fmla="*/ 5094361 w 12192000"/>
              <a:gd name="connsiteY132" fmla="*/ 1745767 h 2079137"/>
              <a:gd name="connsiteX133" fmla="*/ 5053410 w 12192000"/>
              <a:gd name="connsiteY133" fmla="*/ 1742790 h 2079137"/>
              <a:gd name="connsiteX134" fmla="*/ 4992711 w 12192000"/>
              <a:gd name="connsiteY134" fmla="*/ 1734075 h 2079137"/>
              <a:gd name="connsiteX135" fmla="*/ 4930098 w 12192000"/>
              <a:gd name="connsiteY135" fmla="*/ 1717312 h 2079137"/>
              <a:gd name="connsiteX136" fmla="*/ 4893834 w 12192000"/>
              <a:gd name="connsiteY136" fmla="*/ 1710028 h 2079137"/>
              <a:gd name="connsiteX137" fmla="*/ 4868730 w 12192000"/>
              <a:gd name="connsiteY137" fmla="*/ 1702384 h 2079137"/>
              <a:gd name="connsiteX138" fmla="*/ 4797925 w 12192000"/>
              <a:gd name="connsiteY138" fmla="*/ 1695535 h 2079137"/>
              <a:gd name="connsiteX139" fmla="*/ 4677670 w 12192000"/>
              <a:gd name="connsiteY139" fmla="*/ 1689453 h 2079137"/>
              <a:gd name="connsiteX140" fmla="*/ 4634248 w 12192000"/>
              <a:gd name="connsiteY140" fmla="*/ 1680227 h 2079137"/>
              <a:gd name="connsiteX141" fmla="*/ 4632434 w 12192000"/>
              <a:gd name="connsiteY141" fmla="*/ 1674607 h 2079137"/>
              <a:gd name="connsiteX142" fmla="*/ 4619204 w 12192000"/>
              <a:gd name="connsiteY142" fmla="*/ 1672507 h 2079137"/>
              <a:gd name="connsiteX143" fmla="*/ 4616283 w 12192000"/>
              <a:gd name="connsiteY143" fmla="*/ 1670977 h 2079137"/>
              <a:gd name="connsiteX144" fmla="*/ 4598926 w 12192000"/>
              <a:gd name="connsiteY144" fmla="*/ 1663178 h 2079137"/>
              <a:gd name="connsiteX145" fmla="*/ 4547069 w 12192000"/>
              <a:gd name="connsiteY145" fmla="*/ 1670642 h 2079137"/>
              <a:gd name="connsiteX146" fmla="*/ 4523516 w 12192000"/>
              <a:gd name="connsiteY146" fmla="*/ 1669785 h 2079137"/>
              <a:gd name="connsiteX147" fmla="*/ 4500586 w 12192000"/>
              <a:gd name="connsiteY147" fmla="*/ 1675912 h 2079137"/>
              <a:gd name="connsiteX148" fmla="*/ 4488196 w 12192000"/>
              <a:gd name="connsiteY148" fmla="*/ 1683463 h 2079137"/>
              <a:gd name="connsiteX149" fmla="*/ 4445463 w 12192000"/>
              <a:gd name="connsiteY149" fmla="*/ 1695634 h 2079137"/>
              <a:gd name="connsiteX150" fmla="*/ 4446550 w 12192000"/>
              <a:gd name="connsiteY150" fmla="*/ 1680538 h 2079137"/>
              <a:gd name="connsiteX151" fmla="*/ 4365375 w 12192000"/>
              <a:gd name="connsiteY151" fmla="*/ 1697935 h 2079137"/>
              <a:gd name="connsiteX152" fmla="*/ 4305123 w 12192000"/>
              <a:gd name="connsiteY152" fmla="*/ 1714185 h 2079137"/>
              <a:gd name="connsiteX153" fmla="*/ 4292665 w 12192000"/>
              <a:gd name="connsiteY153" fmla="*/ 1720703 h 2079137"/>
              <a:gd name="connsiteX154" fmla="*/ 4276789 w 12192000"/>
              <a:gd name="connsiteY154" fmla="*/ 1718367 h 2079137"/>
              <a:gd name="connsiteX155" fmla="*/ 4271683 w 12192000"/>
              <a:gd name="connsiteY155" fmla="*/ 1714801 h 2079137"/>
              <a:gd name="connsiteX156" fmla="*/ 4223918 w 12192000"/>
              <a:gd name="connsiteY156" fmla="*/ 1728936 h 2079137"/>
              <a:gd name="connsiteX157" fmla="*/ 4218039 w 12192000"/>
              <a:gd name="connsiteY157" fmla="*/ 1729885 h 2079137"/>
              <a:gd name="connsiteX158" fmla="*/ 4177153 w 12192000"/>
              <a:gd name="connsiteY158" fmla="*/ 1733691 h 2079137"/>
              <a:gd name="connsiteX159" fmla="*/ 4051032 w 12192000"/>
              <a:gd name="connsiteY159" fmla="*/ 1728886 h 2079137"/>
              <a:gd name="connsiteX160" fmla="*/ 4013978 w 12192000"/>
              <a:gd name="connsiteY160" fmla="*/ 1727679 h 2079137"/>
              <a:gd name="connsiteX161" fmla="*/ 3987857 w 12192000"/>
              <a:gd name="connsiteY161" fmla="*/ 1724282 h 2079137"/>
              <a:gd name="connsiteX162" fmla="*/ 3916852 w 12192000"/>
              <a:gd name="connsiteY162" fmla="*/ 1729184 h 2079137"/>
              <a:gd name="connsiteX163" fmla="*/ 3797263 w 12192000"/>
              <a:gd name="connsiteY163" fmla="*/ 1742976 h 2079137"/>
              <a:gd name="connsiteX164" fmla="*/ 3752806 w 12192000"/>
              <a:gd name="connsiteY164" fmla="*/ 1741033 h 2079137"/>
              <a:gd name="connsiteX165" fmla="*/ 3749997 w 12192000"/>
              <a:gd name="connsiteY165" fmla="*/ 1735799 h 2079137"/>
              <a:gd name="connsiteX166" fmla="*/ 3736582 w 12192000"/>
              <a:gd name="connsiteY166" fmla="*/ 1735907 h 2079137"/>
              <a:gd name="connsiteX167" fmla="*/ 3733428 w 12192000"/>
              <a:gd name="connsiteY167" fmla="*/ 1734881 h 2079137"/>
              <a:gd name="connsiteX168" fmla="*/ 3714911 w 12192000"/>
              <a:gd name="connsiteY168" fmla="*/ 1730056 h 2079137"/>
              <a:gd name="connsiteX169" fmla="*/ 3665172 w 12192000"/>
              <a:gd name="connsiteY169" fmla="*/ 1745936 h 2079137"/>
              <a:gd name="connsiteX170" fmla="*/ 3552006 w 12192000"/>
              <a:gd name="connsiteY170" fmla="*/ 1755220 h 2079137"/>
              <a:gd name="connsiteX171" fmla="*/ 3390301 w 12192000"/>
              <a:gd name="connsiteY171" fmla="*/ 1762546 h 2079137"/>
              <a:gd name="connsiteX172" fmla="*/ 3264312 w 12192000"/>
              <a:gd name="connsiteY172" fmla="*/ 1774620 h 2079137"/>
              <a:gd name="connsiteX173" fmla="*/ 3106901 w 12192000"/>
              <a:gd name="connsiteY173" fmla="*/ 1804264 h 2079137"/>
              <a:gd name="connsiteX174" fmla="*/ 2993303 w 12192000"/>
              <a:gd name="connsiteY174" fmla="*/ 1806542 h 2079137"/>
              <a:gd name="connsiteX175" fmla="*/ 2979115 w 12192000"/>
              <a:gd name="connsiteY175" fmla="*/ 1815432 h 2079137"/>
              <a:gd name="connsiteX176" fmla="*/ 2963118 w 12192000"/>
              <a:gd name="connsiteY176" fmla="*/ 1820962 h 2079137"/>
              <a:gd name="connsiteX177" fmla="*/ 2961156 w 12192000"/>
              <a:gd name="connsiteY177" fmla="*/ 1820297 h 2079137"/>
              <a:gd name="connsiteX178" fmla="*/ 2925719 w 12192000"/>
              <a:gd name="connsiteY178" fmla="*/ 1828468 h 2079137"/>
              <a:gd name="connsiteX179" fmla="*/ 2857951 w 12192000"/>
              <a:gd name="connsiteY179" fmla="*/ 1842496 h 2079137"/>
              <a:gd name="connsiteX180" fmla="*/ 2857427 w 12192000"/>
              <a:gd name="connsiteY180" fmla="*/ 1841591 h 2079137"/>
              <a:gd name="connsiteX181" fmla="*/ 2846731 w 12192000"/>
              <a:gd name="connsiteY181" fmla="*/ 1839316 h 2079137"/>
              <a:gd name="connsiteX182" fmla="*/ 2826290 w 12192000"/>
              <a:gd name="connsiteY182" fmla="*/ 1837274 h 2079137"/>
              <a:gd name="connsiteX183" fmla="*/ 2779146 w 12192000"/>
              <a:gd name="connsiteY183" fmla="*/ 1820071 h 2079137"/>
              <a:gd name="connsiteX184" fmla="*/ 2739608 w 12192000"/>
              <a:gd name="connsiteY184" fmla="*/ 1827861 h 2079137"/>
              <a:gd name="connsiteX185" fmla="*/ 2731631 w 12192000"/>
              <a:gd name="connsiteY185" fmla="*/ 1828881 h 2079137"/>
              <a:gd name="connsiteX186" fmla="*/ 2731464 w 12192000"/>
              <a:gd name="connsiteY186" fmla="*/ 1828677 h 2079137"/>
              <a:gd name="connsiteX187" fmla="*/ 2723037 w 12192000"/>
              <a:gd name="connsiteY187" fmla="*/ 1829303 h 2079137"/>
              <a:gd name="connsiteX188" fmla="*/ 2701616 w 12192000"/>
              <a:gd name="connsiteY188" fmla="*/ 1832725 h 2079137"/>
              <a:gd name="connsiteX189" fmla="*/ 2696239 w 12192000"/>
              <a:gd name="connsiteY189" fmla="*/ 1831904 h 2079137"/>
              <a:gd name="connsiteX190" fmla="*/ 2663445 w 12192000"/>
              <a:gd name="connsiteY190" fmla="*/ 1825958 h 2079137"/>
              <a:gd name="connsiteX191" fmla="*/ 2560925 w 12192000"/>
              <a:gd name="connsiteY191" fmla="*/ 1829094 h 2079137"/>
              <a:gd name="connsiteX192" fmla="*/ 2458739 w 12192000"/>
              <a:gd name="connsiteY192" fmla="*/ 1834479 h 2079137"/>
              <a:gd name="connsiteX193" fmla="*/ 2356074 w 12192000"/>
              <a:gd name="connsiteY193" fmla="*/ 1836991 h 2079137"/>
              <a:gd name="connsiteX194" fmla="*/ 2304241 w 12192000"/>
              <a:gd name="connsiteY194" fmla="*/ 1822021 h 2079137"/>
              <a:gd name="connsiteX195" fmla="*/ 2298362 w 12192000"/>
              <a:gd name="connsiteY195" fmla="*/ 1822125 h 2079137"/>
              <a:gd name="connsiteX196" fmla="*/ 2283527 w 12192000"/>
              <a:gd name="connsiteY196" fmla="*/ 1826361 h 2079137"/>
              <a:gd name="connsiteX197" fmla="*/ 2278150 w 12192000"/>
              <a:gd name="connsiteY197" fmla="*/ 1828604 h 2079137"/>
              <a:gd name="connsiteX198" fmla="*/ 2269853 w 12192000"/>
              <a:gd name="connsiteY198" fmla="*/ 1830502 h 2079137"/>
              <a:gd name="connsiteX199" fmla="*/ 2269585 w 12192000"/>
              <a:gd name="connsiteY199" fmla="*/ 1830341 h 2079137"/>
              <a:gd name="connsiteX200" fmla="*/ 2225332 w 12192000"/>
              <a:gd name="connsiteY200" fmla="*/ 1845825 h 2079137"/>
              <a:gd name="connsiteX201" fmla="*/ 2169048 w 12192000"/>
              <a:gd name="connsiteY201" fmla="*/ 1837658 h 2079137"/>
              <a:gd name="connsiteX202" fmla="*/ 2147231 w 12192000"/>
              <a:gd name="connsiteY202" fmla="*/ 1839027 h 2079137"/>
              <a:gd name="connsiteX203" fmla="*/ 2135241 w 12192000"/>
              <a:gd name="connsiteY203" fmla="*/ 1838652 h 2079137"/>
              <a:gd name="connsiteX204" fmla="*/ 2099215 w 12192000"/>
              <a:gd name="connsiteY204" fmla="*/ 1850768 h 2079137"/>
              <a:gd name="connsiteX205" fmla="*/ 2094046 w 12192000"/>
              <a:gd name="connsiteY205" fmla="*/ 1850806 h 2079137"/>
              <a:gd name="connsiteX206" fmla="*/ 2071850 w 12192000"/>
              <a:gd name="connsiteY206" fmla="*/ 1861319 h 2079137"/>
              <a:gd name="connsiteX207" fmla="*/ 2039607 w 12192000"/>
              <a:gd name="connsiteY207" fmla="*/ 1874318 h 2079137"/>
              <a:gd name="connsiteX208" fmla="*/ 2037289 w 12192000"/>
              <a:gd name="connsiteY208" fmla="*/ 1874025 h 2079137"/>
              <a:gd name="connsiteX209" fmla="*/ 2023615 w 12192000"/>
              <a:gd name="connsiteY209" fmla="*/ 1881562 h 2079137"/>
              <a:gd name="connsiteX210" fmla="*/ 1957176 w 12192000"/>
              <a:gd name="connsiteY210" fmla="*/ 1898709 h 2079137"/>
              <a:gd name="connsiteX211" fmla="*/ 1858081 w 12192000"/>
              <a:gd name="connsiteY211" fmla="*/ 1923144 h 2079137"/>
              <a:gd name="connsiteX212" fmla="*/ 1738865 w 12192000"/>
              <a:gd name="connsiteY212" fmla="*/ 1944965 h 2079137"/>
              <a:gd name="connsiteX213" fmla="*/ 1616692 w 12192000"/>
              <a:gd name="connsiteY213" fmla="*/ 1989107 h 2079137"/>
              <a:gd name="connsiteX214" fmla="*/ 1411898 w 12192000"/>
              <a:gd name="connsiteY214" fmla="*/ 2046254 h 2079137"/>
              <a:gd name="connsiteX215" fmla="*/ 1375780 w 12192000"/>
              <a:gd name="connsiteY215" fmla="*/ 2047961 h 2079137"/>
              <a:gd name="connsiteX216" fmla="*/ 1375707 w 12192000"/>
              <a:gd name="connsiteY216" fmla="*/ 2047981 h 2079137"/>
              <a:gd name="connsiteX217" fmla="*/ 1285585 w 12192000"/>
              <a:gd name="connsiteY217" fmla="*/ 2047113 h 2079137"/>
              <a:gd name="connsiteX218" fmla="*/ 1263658 w 12192000"/>
              <a:gd name="connsiteY218" fmla="*/ 2041397 h 2079137"/>
              <a:gd name="connsiteX219" fmla="*/ 1170403 w 12192000"/>
              <a:gd name="connsiteY219" fmla="*/ 2033399 h 2079137"/>
              <a:gd name="connsiteX220" fmla="*/ 1153718 w 12192000"/>
              <a:gd name="connsiteY220" fmla="*/ 2029576 h 2079137"/>
              <a:gd name="connsiteX221" fmla="*/ 1133937 w 12192000"/>
              <a:gd name="connsiteY221" fmla="*/ 2032149 h 2079137"/>
              <a:gd name="connsiteX222" fmla="*/ 1054999 w 12192000"/>
              <a:gd name="connsiteY222" fmla="*/ 2043242 h 2079137"/>
              <a:gd name="connsiteX223" fmla="*/ 1018405 w 12192000"/>
              <a:gd name="connsiteY223" fmla="*/ 2048281 h 2079137"/>
              <a:gd name="connsiteX224" fmla="*/ 1016563 w 12192000"/>
              <a:gd name="connsiteY224" fmla="*/ 2051718 h 2079137"/>
              <a:gd name="connsiteX225" fmla="*/ 1008284 w 12192000"/>
              <a:gd name="connsiteY225" fmla="*/ 2046742 h 2079137"/>
              <a:gd name="connsiteX226" fmla="*/ 981974 w 12192000"/>
              <a:gd name="connsiteY226" fmla="*/ 2048363 h 2079137"/>
              <a:gd name="connsiteX227" fmla="*/ 971903 w 12192000"/>
              <a:gd name="connsiteY227" fmla="*/ 2053484 h 2079137"/>
              <a:gd name="connsiteX228" fmla="*/ 954015 w 12192000"/>
              <a:gd name="connsiteY228" fmla="*/ 2052529 h 2079137"/>
              <a:gd name="connsiteX229" fmla="*/ 839571 w 12192000"/>
              <a:gd name="connsiteY229" fmla="*/ 2046509 h 2079137"/>
              <a:gd name="connsiteX230" fmla="*/ 823321 w 12192000"/>
              <a:gd name="connsiteY230" fmla="*/ 2054296 h 2079137"/>
              <a:gd name="connsiteX231" fmla="*/ 800990 w 12192000"/>
              <a:gd name="connsiteY231" fmla="*/ 2051523 h 2079137"/>
              <a:gd name="connsiteX232" fmla="*/ 776439 w 12192000"/>
              <a:gd name="connsiteY232" fmla="*/ 2062634 h 2079137"/>
              <a:gd name="connsiteX233" fmla="*/ 763041 w 12192000"/>
              <a:gd name="connsiteY233" fmla="*/ 2063995 h 2079137"/>
              <a:gd name="connsiteX234" fmla="*/ 757863 w 12192000"/>
              <a:gd name="connsiteY234" fmla="*/ 2065877 h 2079137"/>
              <a:gd name="connsiteX235" fmla="*/ 745053 w 12192000"/>
              <a:gd name="connsiteY235" fmla="*/ 2051831 h 2079137"/>
              <a:gd name="connsiteX236" fmla="*/ 722609 w 12192000"/>
              <a:gd name="connsiteY236" fmla="*/ 2049504 h 2079137"/>
              <a:gd name="connsiteX237" fmla="*/ 717618 w 12192000"/>
              <a:gd name="connsiteY237" fmla="*/ 2042131 h 2079137"/>
              <a:gd name="connsiteX238" fmla="*/ 703285 w 12192000"/>
              <a:gd name="connsiteY238" fmla="*/ 2046808 h 2079137"/>
              <a:gd name="connsiteX239" fmla="*/ 680199 w 12192000"/>
              <a:gd name="connsiteY239" fmla="*/ 2051947 h 2079137"/>
              <a:gd name="connsiteX240" fmla="*/ 667351 w 12192000"/>
              <a:gd name="connsiteY240" fmla="*/ 2054469 h 2079137"/>
              <a:gd name="connsiteX241" fmla="*/ 660961 w 12192000"/>
              <a:gd name="connsiteY241" fmla="*/ 2049404 h 2079137"/>
              <a:gd name="connsiteX242" fmla="*/ 638282 w 12192000"/>
              <a:gd name="connsiteY242" fmla="*/ 2060093 h 2079137"/>
              <a:gd name="connsiteX243" fmla="*/ 583551 w 12192000"/>
              <a:gd name="connsiteY243" fmla="*/ 2070197 h 2079137"/>
              <a:gd name="connsiteX244" fmla="*/ 525274 w 12192000"/>
              <a:gd name="connsiteY244" fmla="*/ 2079137 h 2079137"/>
              <a:gd name="connsiteX245" fmla="*/ 405635 w 12192000"/>
              <a:gd name="connsiteY245" fmla="*/ 2059339 h 2079137"/>
              <a:gd name="connsiteX246" fmla="*/ 281555 w 12192000"/>
              <a:gd name="connsiteY246" fmla="*/ 2022847 h 2079137"/>
              <a:gd name="connsiteX247" fmla="*/ 98513 w 12192000"/>
              <a:gd name="connsiteY247" fmla="*/ 1969504 h 2079137"/>
              <a:gd name="connsiteX248" fmla="*/ 56191 w 12192000"/>
              <a:gd name="connsiteY248" fmla="*/ 1950709 h 2079137"/>
              <a:gd name="connsiteX249" fmla="*/ 0 w 12192000"/>
              <a:gd name="connsiteY249" fmla="*/ 1935789 h 2079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Lst>
            <a:rect l="l" t="t" r="r" b="b"/>
            <a:pathLst>
              <a:path w="12192000" h="2079137">
                <a:moveTo>
                  <a:pt x="12160143" y="831692"/>
                </a:moveTo>
                <a:lnTo>
                  <a:pt x="12159112" y="833361"/>
                </a:lnTo>
                <a:cubicBezTo>
                  <a:pt x="12157915" y="833832"/>
                  <a:pt x="12157402" y="833649"/>
                  <a:pt x="12158912" y="832430"/>
                </a:cubicBezTo>
                <a:close/>
                <a:moveTo>
                  <a:pt x="0" y="0"/>
                </a:moveTo>
                <a:lnTo>
                  <a:pt x="12192000" y="0"/>
                </a:lnTo>
                <a:lnTo>
                  <a:pt x="12192000" y="558063"/>
                </a:lnTo>
                <a:lnTo>
                  <a:pt x="12189259" y="810508"/>
                </a:lnTo>
                <a:lnTo>
                  <a:pt x="12170847" y="825280"/>
                </a:lnTo>
                <a:lnTo>
                  <a:pt x="12160143" y="831692"/>
                </a:lnTo>
                <a:lnTo>
                  <a:pt x="12163806" y="825759"/>
                </a:lnTo>
                <a:cubicBezTo>
                  <a:pt x="12125449" y="821525"/>
                  <a:pt x="12082203" y="824698"/>
                  <a:pt x="12056557" y="810176"/>
                </a:cubicBezTo>
                <a:cubicBezTo>
                  <a:pt x="12050902" y="790976"/>
                  <a:pt x="11923731" y="799312"/>
                  <a:pt x="11900316" y="789618"/>
                </a:cubicBezTo>
                <a:cubicBezTo>
                  <a:pt x="11841702" y="803374"/>
                  <a:pt x="11823963" y="832645"/>
                  <a:pt x="11791206" y="824176"/>
                </a:cubicBezTo>
                <a:cubicBezTo>
                  <a:pt x="11768977" y="817380"/>
                  <a:pt x="11683857" y="828947"/>
                  <a:pt x="11659257" y="800841"/>
                </a:cubicBezTo>
                <a:cubicBezTo>
                  <a:pt x="11617173" y="818107"/>
                  <a:pt x="11602556" y="790694"/>
                  <a:pt x="11569789" y="797135"/>
                </a:cubicBezTo>
                <a:cubicBezTo>
                  <a:pt x="11498310" y="795094"/>
                  <a:pt x="11458472" y="819882"/>
                  <a:pt x="11367885" y="791985"/>
                </a:cubicBezTo>
                <a:cubicBezTo>
                  <a:pt x="11325508" y="798158"/>
                  <a:pt x="11266580" y="755023"/>
                  <a:pt x="11174663" y="788721"/>
                </a:cubicBezTo>
                <a:cubicBezTo>
                  <a:pt x="11122703" y="792192"/>
                  <a:pt x="11150009" y="775410"/>
                  <a:pt x="11068220" y="786994"/>
                </a:cubicBezTo>
                <a:cubicBezTo>
                  <a:pt x="11046931" y="759861"/>
                  <a:pt x="10919185" y="793102"/>
                  <a:pt x="10893266" y="794013"/>
                </a:cubicBezTo>
                <a:cubicBezTo>
                  <a:pt x="10874184" y="776189"/>
                  <a:pt x="10862860" y="788743"/>
                  <a:pt x="10844025" y="789857"/>
                </a:cubicBezTo>
                <a:cubicBezTo>
                  <a:pt x="10836453" y="779294"/>
                  <a:pt x="10820690" y="778184"/>
                  <a:pt x="10814353" y="789010"/>
                </a:cubicBezTo>
                <a:cubicBezTo>
                  <a:pt x="10819669" y="816016"/>
                  <a:pt x="10754019" y="789067"/>
                  <a:pt x="10748393" y="806738"/>
                </a:cubicBezTo>
                <a:cubicBezTo>
                  <a:pt x="10687156" y="807873"/>
                  <a:pt x="10550299" y="781800"/>
                  <a:pt x="10468256" y="778733"/>
                </a:cubicBezTo>
                <a:cubicBezTo>
                  <a:pt x="10436666" y="770025"/>
                  <a:pt x="10371995" y="797252"/>
                  <a:pt x="10256131" y="788332"/>
                </a:cubicBezTo>
                <a:cubicBezTo>
                  <a:pt x="10240995" y="781626"/>
                  <a:pt x="10182664" y="765742"/>
                  <a:pt x="10177442" y="777371"/>
                </a:cubicBezTo>
                <a:cubicBezTo>
                  <a:pt x="10141447" y="775683"/>
                  <a:pt x="10030323" y="810071"/>
                  <a:pt x="10006086" y="792651"/>
                </a:cubicBezTo>
                <a:cubicBezTo>
                  <a:pt x="10009448" y="818833"/>
                  <a:pt x="9960389" y="791426"/>
                  <a:pt x="9952382" y="815411"/>
                </a:cubicBezTo>
                <a:lnTo>
                  <a:pt x="9926457" y="827295"/>
                </a:lnTo>
                <a:lnTo>
                  <a:pt x="9843405" y="867046"/>
                </a:lnTo>
                <a:lnTo>
                  <a:pt x="9830866" y="875047"/>
                </a:lnTo>
                <a:lnTo>
                  <a:pt x="9801807" y="872272"/>
                </a:lnTo>
                <a:lnTo>
                  <a:pt x="9785653" y="861743"/>
                </a:lnTo>
                <a:lnTo>
                  <a:pt x="9781177" y="864820"/>
                </a:lnTo>
                <a:cubicBezTo>
                  <a:pt x="9776153" y="871003"/>
                  <a:pt x="9773556" y="874842"/>
                  <a:pt x="9768640" y="869379"/>
                </a:cubicBezTo>
                <a:lnTo>
                  <a:pt x="9712211" y="900283"/>
                </a:lnTo>
                <a:cubicBezTo>
                  <a:pt x="9706243" y="902750"/>
                  <a:pt x="9698952" y="902954"/>
                  <a:pt x="9689465" y="899268"/>
                </a:cubicBezTo>
                <a:cubicBezTo>
                  <a:pt x="9670819" y="902906"/>
                  <a:pt x="9618108" y="917739"/>
                  <a:pt x="9600339" y="922112"/>
                </a:cubicBezTo>
                <a:lnTo>
                  <a:pt x="9582850" y="925510"/>
                </a:lnTo>
                <a:cubicBezTo>
                  <a:pt x="9574400" y="928631"/>
                  <a:pt x="9556868" y="938130"/>
                  <a:pt x="9549638" y="940845"/>
                </a:cubicBezTo>
                <a:cubicBezTo>
                  <a:pt x="9543792" y="942327"/>
                  <a:pt x="9546812" y="939351"/>
                  <a:pt x="9539471" y="941799"/>
                </a:cubicBezTo>
                <a:cubicBezTo>
                  <a:pt x="9538994" y="947702"/>
                  <a:pt x="9536009" y="953248"/>
                  <a:pt x="9505592" y="955533"/>
                </a:cubicBezTo>
                <a:cubicBezTo>
                  <a:pt x="9486013" y="968563"/>
                  <a:pt x="9460860" y="978842"/>
                  <a:pt x="9432569" y="985377"/>
                </a:cubicBezTo>
                <a:cubicBezTo>
                  <a:pt x="9426990" y="980335"/>
                  <a:pt x="9418918" y="990185"/>
                  <a:pt x="9414216" y="992655"/>
                </a:cubicBezTo>
                <a:cubicBezTo>
                  <a:pt x="9412644" y="989014"/>
                  <a:pt x="9400057" y="989255"/>
                  <a:pt x="9397106" y="992980"/>
                </a:cubicBezTo>
                <a:cubicBezTo>
                  <a:pt x="9314093" y="1020862"/>
                  <a:pt x="9349678" y="978420"/>
                  <a:pt x="9305108" y="1007767"/>
                </a:cubicBezTo>
                <a:cubicBezTo>
                  <a:pt x="9296670" y="1010324"/>
                  <a:pt x="9289251" y="1009612"/>
                  <a:pt x="9282434" y="1007523"/>
                </a:cubicBezTo>
                <a:lnTo>
                  <a:pt x="9271941" y="1002839"/>
                </a:lnTo>
                <a:lnTo>
                  <a:pt x="9238227" y="1017668"/>
                </a:lnTo>
                <a:cubicBezTo>
                  <a:pt x="9221294" y="1023415"/>
                  <a:pt x="9203166" y="1027997"/>
                  <a:pt x="9184265" y="1031275"/>
                </a:cubicBezTo>
                <a:cubicBezTo>
                  <a:pt x="9178371" y="1024135"/>
                  <a:pt x="9165618" y="1036637"/>
                  <a:pt x="9159000" y="1039569"/>
                </a:cubicBezTo>
                <a:cubicBezTo>
                  <a:pt x="9157881" y="1034602"/>
                  <a:pt x="9141725" y="1033964"/>
                  <a:pt x="9137031" y="1038699"/>
                </a:cubicBezTo>
                <a:cubicBezTo>
                  <a:pt x="9023973" y="1069523"/>
                  <a:pt x="9079946" y="1015706"/>
                  <a:pt x="9015702" y="1051400"/>
                </a:cubicBezTo>
                <a:lnTo>
                  <a:pt x="8971403" y="1040542"/>
                </a:lnTo>
                <a:lnTo>
                  <a:pt x="8961826" y="1045364"/>
                </a:lnTo>
                <a:cubicBezTo>
                  <a:pt x="8922837" y="1050010"/>
                  <a:pt x="8909116" y="1040754"/>
                  <a:pt x="8888623" y="1053908"/>
                </a:cubicBezTo>
                <a:cubicBezTo>
                  <a:pt x="8850424" y="1035587"/>
                  <a:pt x="8865892" y="1054194"/>
                  <a:pt x="8841066" y="1060421"/>
                </a:cubicBezTo>
                <a:cubicBezTo>
                  <a:pt x="8818353" y="1064878"/>
                  <a:pt x="8775995" y="1076068"/>
                  <a:pt x="8752342" y="1080646"/>
                </a:cubicBezTo>
                <a:cubicBezTo>
                  <a:pt x="8736966" y="1099406"/>
                  <a:pt x="8723186" y="1079948"/>
                  <a:pt x="8699139" y="1087885"/>
                </a:cubicBezTo>
                <a:cubicBezTo>
                  <a:pt x="8688630" y="1095506"/>
                  <a:pt x="8680324" y="1097539"/>
                  <a:pt x="8667273" y="1092062"/>
                </a:cubicBezTo>
                <a:cubicBezTo>
                  <a:pt x="8619205" y="1128818"/>
                  <a:pt x="8634590" y="1097116"/>
                  <a:pt x="8586064" y="1114603"/>
                </a:cubicBezTo>
                <a:cubicBezTo>
                  <a:pt x="8544721" y="1131913"/>
                  <a:pt x="8496602" y="1145520"/>
                  <a:pt x="8460312" y="1179878"/>
                </a:cubicBezTo>
                <a:cubicBezTo>
                  <a:pt x="8454266" y="1189140"/>
                  <a:pt x="8435781" y="1194455"/>
                  <a:pt x="8419023" y="1191748"/>
                </a:cubicBezTo>
                <a:cubicBezTo>
                  <a:pt x="8416138" y="1191283"/>
                  <a:pt x="8413416" y="1190591"/>
                  <a:pt x="8410939" y="1189696"/>
                </a:cubicBezTo>
                <a:cubicBezTo>
                  <a:pt x="8390077" y="1213458"/>
                  <a:pt x="8370324" y="1205397"/>
                  <a:pt x="8362040" y="1220820"/>
                </a:cubicBezTo>
                <a:cubicBezTo>
                  <a:pt x="8320616" y="1231942"/>
                  <a:pt x="8281663" y="1222882"/>
                  <a:pt x="8273677" y="1236495"/>
                </a:cubicBezTo>
                <a:cubicBezTo>
                  <a:pt x="8251358" y="1238573"/>
                  <a:pt x="8216738" y="1228341"/>
                  <a:pt x="8204283" y="1243537"/>
                </a:cubicBezTo>
                <a:cubicBezTo>
                  <a:pt x="8198634" y="1233135"/>
                  <a:pt x="8181550" y="1254947"/>
                  <a:pt x="8166550" y="1249551"/>
                </a:cubicBezTo>
                <a:cubicBezTo>
                  <a:pt x="8155570" y="1244572"/>
                  <a:pt x="8147825" y="1250027"/>
                  <a:pt x="8137785" y="1251636"/>
                </a:cubicBezTo>
                <a:cubicBezTo>
                  <a:pt x="8123427" y="1248361"/>
                  <a:pt x="8081662" y="1261833"/>
                  <a:pt x="8071596" y="1269274"/>
                </a:cubicBezTo>
                <a:cubicBezTo>
                  <a:pt x="8048949" y="1293759"/>
                  <a:pt x="7983924" y="1284712"/>
                  <a:pt x="7964816" y="1303668"/>
                </a:cubicBezTo>
                <a:cubicBezTo>
                  <a:pt x="7957137" y="1306992"/>
                  <a:pt x="7949335" y="1308861"/>
                  <a:pt x="7941495" y="1309821"/>
                </a:cubicBezTo>
                <a:lnTo>
                  <a:pt x="7919123" y="1310466"/>
                </a:lnTo>
                <a:lnTo>
                  <a:pt x="7911902" y="1306569"/>
                </a:lnTo>
                <a:lnTo>
                  <a:pt x="7898703" y="1309208"/>
                </a:lnTo>
                <a:lnTo>
                  <a:pt x="7894703" y="1308939"/>
                </a:lnTo>
                <a:lnTo>
                  <a:pt x="7872267" y="1308370"/>
                </a:lnTo>
                <a:cubicBezTo>
                  <a:pt x="7886550" y="1330359"/>
                  <a:pt x="7812648" y="1314851"/>
                  <a:pt x="7836454" y="1331265"/>
                </a:cubicBezTo>
                <a:cubicBezTo>
                  <a:pt x="7798907" y="1336933"/>
                  <a:pt x="7831419" y="1351068"/>
                  <a:pt x="7782451" y="1339601"/>
                </a:cubicBezTo>
                <a:cubicBezTo>
                  <a:pt x="7727636" y="1365002"/>
                  <a:pt x="7583002" y="1338768"/>
                  <a:pt x="7542969" y="1372495"/>
                </a:cubicBezTo>
                <a:cubicBezTo>
                  <a:pt x="7546396" y="1360942"/>
                  <a:pt x="7492851" y="1424323"/>
                  <a:pt x="7476832" y="1431655"/>
                </a:cubicBezTo>
                <a:cubicBezTo>
                  <a:pt x="7439619" y="1443703"/>
                  <a:pt x="7425596" y="1454661"/>
                  <a:pt x="7370237" y="1474339"/>
                </a:cubicBezTo>
                <a:cubicBezTo>
                  <a:pt x="7316246" y="1485928"/>
                  <a:pt x="7281903" y="1512712"/>
                  <a:pt x="7222223" y="1510199"/>
                </a:cubicBezTo>
                <a:cubicBezTo>
                  <a:pt x="7221190" y="1514030"/>
                  <a:pt x="7218885" y="1517398"/>
                  <a:pt x="7215703" y="1520424"/>
                </a:cubicBezTo>
                <a:lnTo>
                  <a:pt x="7204548" y="1528145"/>
                </a:lnTo>
                <a:lnTo>
                  <a:pt x="7202038" y="1527954"/>
                </a:lnTo>
                <a:lnTo>
                  <a:pt x="7173860" y="1541605"/>
                </a:lnTo>
                <a:lnTo>
                  <a:pt x="7155079" y="1552495"/>
                </a:lnTo>
                <a:lnTo>
                  <a:pt x="7149757" y="1552732"/>
                </a:lnTo>
                <a:cubicBezTo>
                  <a:pt x="7141378" y="1554948"/>
                  <a:pt x="7115959" y="1563256"/>
                  <a:pt x="7104804" y="1565792"/>
                </a:cubicBezTo>
                <a:cubicBezTo>
                  <a:pt x="7099811" y="1550850"/>
                  <a:pt x="7096935" y="1561973"/>
                  <a:pt x="7082824" y="1567947"/>
                </a:cubicBezTo>
                <a:cubicBezTo>
                  <a:pt x="7071919" y="1546070"/>
                  <a:pt x="7039417" y="1570606"/>
                  <a:pt x="7021520" y="1562334"/>
                </a:cubicBezTo>
                <a:cubicBezTo>
                  <a:pt x="7011400" y="1567217"/>
                  <a:pt x="7000495" y="1571981"/>
                  <a:pt x="6988956" y="1576442"/>
                </a:cubicBezTo>
                <a:lnTo>
                  <a:pt x="6981922" y="1578821"/>
                </a:lnTo>
                <a:lnTo>
                  <a:pt x="6981583" y="1578678"/>
                </a:lnTo>
                <a:cubicBezTo>
                  <a:pt x="6979627" y="1578791"/>
                  <a:pt x="6977153" y="1579421"/>
                  <a:pt x="6973762" y="1580811"/>
                </a:cubicBezTo>
                <a:lnTo>
                  <a:pt x="6969093" y="1583157"/>
                </a:lnTo>
                <a:lnTo>
                  <a:pt x="6890037" y="1575825"/>
                </a:lnTo>
                <a:cubicBezTo>
                  <a:pt x="6849459" y="1579997"/>
                  <a:pt x="6820022" y="1566922"/>
                  <a:pt x="6785054" y="1582200"/>
                </a:cubicBezTo>
                <a:cubicBezTo>
                  <a:pt x="6747047" y="1586037"/>
                  <a:pt x="6712794" y="1582954"/>
                  <a:pt x="6681692" y="1591296"/>
                </a:cubicBezTo>
                <a:cubicBezTo>
                  <a:pt x="6667557" y="1587501"/>
                  <a:pt x="6654822" y="1586753"/>
                  <a:pt x="6644556" y="1595940"/>
                </a:cubicBezTo>
                <a:cubicBezTo>
                  <a:pt x="6608615" y="1597269"/>
                  <a:pt x="6597697" y="1587005"/>
                  <a:pt x="6577106" y="1598261"/>
                </a:cubicBezTo>
                <a:lnTo>
                  <a:pt x="6544183" y="1596149"/>
                </a:lnTo>
                <a:lnTo>
                  <a:pt x="6540921" y="1593857"/>
                </a:lnTo>
                <a:lnTo>
                  <a:pt x="6535046" y="1593283"/>
                </a:lnTo>
                <a:lnTo>
                  <a:pt x="6519853" y="1595771"/>
                </a:lnTo>
                <a:lnTo>
                  <a:pt x="6514280" y="1597376"/>
                </a:lnTo>
                <a:cubicBezTo>
                  <a:pt x="6510385" y="1598232"/>
                  <a:pt x="6507735" y="1598481"/>
                  <a:pt x="6505824" y="1598298"/>
                </a:cubicBezTo>
                <a:lnTo>
                  <a:pt x="6505573" y="1598109"/>
                </a:lnTo>
                <a:lnTo>
                  <a:pt x="6497741" y="1599392"/>
                </a:lnTo>
                <a:cubicBezTo>
                  <a:pt x="6484628" y="1602044"/>
                  <a:pt x="6471968" y="1605085"/>
                  <a:pt x="6459992" y="1608358"/>
                </a:cubicBezTo>
                <a:cubicBezTo>
                  <a:pt x="6447037" y="1597612"/>
                  <a:pt x="6404274" y="1616787"/>
                  <a:pt x="6404572" y="1593771"/>
                </a:cubicBezTo>
                <a:cubicBezTo>
                  <a:pt x="6388277" y="1597519"/>
                  <a:pt x="6380141" y="1607970"/>
                  <a:pt x="6382671" y="1592612"/>
                </a:cubicBezTo>
                <a:lnTo>
                  <a:pt x="6369843" y="1590015"/>
                </a:lnTo>
                <a:lnTo>
                  <a:pt x="6269740" y="1614633"/>
                </a:lnTo>
                <a:lnTo>
                  <a:pt x="6255405" y="1620529"/>
                </a:lnTo>
                <a:cubicBezTo>
                  <a:pt x="6250911" y="1623016"/>
                  <a:pt x="6247090" y="1625968"/>
                  <a:pt x="6244248" y="1629561"/>
                </a:cubicBezTo>
                <a:cubicBezTo>
                  <a:pt x="6188859" y="1618246"/>
                  <a:pt x="6143250" y="1639346"/>
                  <a:pt x="6086396" y="1642666"/>
                </a:cubicBezTo>
                <a:cubicBezTo>
                  <a:pt x="6024311" y="1653696"/>
                  <a:pt x="5889522" y="1686499"/>
                  <a:pt x="5867429" y="1695554"/>
                </a:cubicBezTo>
                <a:cubicBezTo>
                  <a:pt x="5848669" y="1700350"/>
                  <a:pt x="5763994" y="1699795"/>
                  <a:pt x="5772864" y="1689002"/>
                </a:cubicBezTo>
                <a:cubicBezTo>
                  <a:pt x="5718480" y="1716048"/>
                  <a:pt x="5694188" y="1696562"/>
                  <a:pt x="5629833" y="1713273"/>
                </a:cubicBezTo>
                <a:lnTo>
                  <a:pt x="5504771" y="1725744"/>
                </a:lnTo>
                <a:lnTo>
                  <a:pt x="5490967" y="1726367"/>
                </a:lnTo>
                <a:lnTo>
                  <a:pt x="5486015" y="1721481"/>
                </a:lnTo>
                <a:lnTo>
                  <a:pt x="5439364" y="1721349"/>
                </a:lnTo>
                <a:cubicBezTo>
                  <a:pt x="5418850" y="1733129"/>
                  <a:pt x="5381503" y="1725668"/>
                  <a:pt x="5350025" y="1729885"/>
                </a:cubicBezTo>
                <a:lnTo>
                  <a:pt x="5336104" y="1734377"/>
                </a:lnTo>
                <a:lnTo>
                  <a:pt x="5245234" y="1738520"/>
                </a:lnTo>
                <a:lnTo>
                  <a:pt x="5182955" y="1744622"/>
                </a:lnTo>
                <a:lnTo>
                  <a:pt x="5169506" y="1748993"/>
                </a:lnTo>
                <a:lnTo>
                  <a:pt x="5154299" y="1744080"/>
                </a:lnTo>
                <a:cubicBezTo>
                  <a:pt x="5152463" y="1742751"/>
                  <a:pt x="5150989" y="1741283"/>
                  <a:pt x="5149917" y="1739727"/>
                </a:cubicBezTo>
                <a:lnTo>
                  <a:pt x="5100319" y="1745797"/>
                </a:lnTo>
                <a:lnTo>
                  <a:pt x="5094361" y="1745767"/>
                </a:lnTo>
                <a:lnTo>
                  <a:pt x="5053410" y="1742790"/>
                </a:lnTo>
                <a:lnTo>
                  <a:pt x="4992711" y="1734075"/>
                </a:lnTo>
                <a:cubicBezTo>
                  <a:pt x="4972764" y="1728527"/>
                  <a:pt x="4955480" y="1708667"/>
                  <a:pt x="4930098" y="1717312"/>
                </a:cubicBezTo>
                <a:cubicBezTo>
                  <a:pt x="4936142" y="1706767"/>
                  <a:pt x="4900350" y="1719438"/>
                  <a:pt x="4893834" y="1710028"/>
                </a:cubicBezTo>
                <a:cubicBezTo>
                  <a:pt x="4890113" y="1702277"/>
                  <a:pt x="4878389" y="1704314"/>
                  <a:pt x="4868730" y="1702384"/>
                </a:cubicBezTo>
                <a:cubicBezTo>
                  <a:pt x="4860577" y="1694955"/>
                  <a:pt x="4813519" y="1692594"/>
                  <a:pt x="4797925" y="1695535"/>
                </a:cubicBezTo>
                <a:cubicBezTo>
                  <a:pt x="4754973" y="1708626"/>
                  <a:pt x="4712186" y="1679830"/>
                  <a:pt x="4677670" y="1689453"/>
                </a:cubicBezTo>
                <a:cubicBezTo>
                  <a:pt x="4650390" y="1686902"/>
                  <a:pt x="4641786" y="1682702"/>
                  <a:pt x="4634248" y="1680227"/>
                </a:cubicBezTo>
                <a:lnTo>
                  <a:pt x="4632434" y="1674607"/>
                </a:lnTo>
                <a:lnTo>
                  <a:pt x="4619204" y="1672507"/>
                </a:lnTo>
                <a:lnTo>
                  <a:pt x="4616283" y="1670977"/>
                </a:lnTo>
                <a:cubicBezTo>
                  <a:pt x="4610716" y="1668036"/>
                  <a:pt x="4605090" y="1665277"/>
                  <a:pt x="4598926" y="1663178"/>
                </a:cubicBezTo>
                <a:cubicBezTo>
                  <a:pt x="4588025" y="1686237"/>
                  <a:pt x="4544698" y="1649138"/>
                  <a:pt x="4547069" y="1670642"/>
                </a:cubicBezTo>
                <a:lnTo>
                  <a:pt x="4523516" y="1669785"/>
                </a:lnTo>
                <a:lnTo>
                  <a:pt x="4500586" y="1675912"/>
                </a:lnTo>
                <a:lnTo>
                  <a:pt x="4488196" y="1683463"/>
                </a:lnTo>
                <a:lnTo>
                  <a:pt x="4445463" y="1695634"/>
                </a:lnTo>
                <a:lnTo>
                  <a:pt x="4446550" y="1680538"/>
                </a:lnTo>
                <a:lnTo>
                  <a:pt x="4365375" y="1697935"/>
                </a:lnTo>
                <a:lnTo>
                  <a:pt x="4305123" y="1714185"/>
                </a:lnTo>
                <a:lnTo>
                  <a:pt x="4292665" y="1720703"/>
                </a:lnTo>
                <a:lnTo>
                  <a:pt x="4276789" y="1718367"/>
                </a:lnTo>
                <a:cubicBezTo>
                  <a:pt x="4274740" y="1717359"/>
                  <a:pt x="4273021" y="1716157"/>
                  <a:pt x="4271683" y="1714801"/>
                </a:cubicBezTo>
                <a:lnTo>
                  <a:pt x="4223918" y="1728936"/>
                </a:lnTo>
                <a:lnTo>
                  <a:pt x="4218039" y="1729885"/>
                </a:lnTo>
                <a:lnTo>
                  <a:pt x="4177153" y="1733691"/>
                </a:lnTo>
                <a:lnTo>
                  <a:pt x="4051032" y="1728886"/>
                </a:lnTo>
                <a:cubicBezTo>
                  <a:pt x="4055072" y="1717510"/>
                  <a:pt x="4022108" y="1735873"/>
                  <a:pt x="4013978" y="1727679"/>
                </a:cubicBezTo>
                <a:cubicBezTo>
                  <a:pt x="4008905" y="1720660"/>
                  <a:pt x="3997723" y="1724594"/>
                  <a:pt x="3987857" y="1724282"/>
                </a:cubicBezTo>
                <a:cubicBezTo>
                  <a:pt x="3978476" y="1718309"/>
                  <a:pt x="3931683" y="1723723"/>
                  <a:pt x="3916852" y="1729184"/>
                </a:cubicBezTo>
                <a:cubicBezTo>
                  <a:pt x="3876910" y="1749138"/>
                  <a:pt x="3829523" y="1727824"/>
                  <a:pt x="3797263" y="1742976"/>
                </a:cubicBezTo>
                <a:cubicBezTo>
                  <a:pt x="3769922" y="1744951"/>
                  <a:pt x="3760682" y="1742230"/>
                  <a:pt x="3752806" y="1741033"/>
                </a:cubicBezTo>
                <a:lnTo>
                  <a:pt x="3749997" y="1735799"/>
                </a:lnTo>
                <a:lnTo>
                  <a:pt x="3736582" y="1735907"/>
                </a:lnTo>
                <a:lnTo>
                  <a:pt x="3733428" y="1734881"/>
                </a:lnTo>
                <a:cubicBezTo>
                  <a:pt x="3727408" y="1732899"/>
                  <a:pt x="3721365" y="1731108"/>
                  <a:pt x="3714911" y="1730056"/>
                </a:cubicBezTo>
                <a:cubicBezTo>
                  <a:pt x="3708355" y="1754554"/>
                  <a:pt x="3658933" y="1725152"/>
                  <a:pt x="3665172" y="1745936"/>
                </a:cubicBezTo>
                <a:cubicBezTo>
                  <a:pt x="3628569" y="1744420"/>
                  <a:pt x="3583742" y="1775884"/>
                  <a:pt x="3552006" y="1755220"/>
                </a:cubicBezTo>
                <a:cubicBezTo>
                  <a:pt x="3497522" y="1758390"/>
                  <a:pt x="3448310" y="1757433"/>
                  <a:pt x="3390301" y="1762546"/>
                </a:cubicBezTo>
                <a:cubicBezTo>
                  <a:pt x="3345266" y="1774524"/>
                  <a:pt x="3297039" y="1758531"/>
                  <a:pt x="3264312" y="1774620"/>
                </a:cubicBezTo>
                <a:cubicBezTo>
                  <a:pt x="3212634" y="1771139"/>
                  <a:pt x="3147905" y="1780248"/>
                  <a:pt x="3106901" y="1804264"/>
                </a:cubicBezTo>
                <a:cubicBezTo>
                  <a:pt x="3051355" y="1805490"/>
                  <a:pt x="3041708" y="1820368"/>
                  <a:pt x="2993303" y="1806542"/>
                </a:cubicBezTo>
                <a:cubicBezTo>
                  <a:pt x="2989182" y="1810139"/>
                  <a:pt x="2984377" y="1813039"/>
                  <a:pt x="2979115" y="1815432"/>
                </a:cubicBezTo>
                <a:lnTo>
                  <a:pt x="2963118" y="1820962"/>
                </a:lnTo>
                <a:lnTo>
                  <a:pt x="2961156" y="1820297"/>
                </a:lnTo>
                <a:lnTo>
                  <a:pt x="2925719" y="1828468"/>
                </a:lnTo>
                <a:lnTo>
                  <a:pt x="2857951" y="1842496"/>
                </a:lnTo>
                <a:lnTo>
                  <a:pt x="2857427" y="1841591"/>
                </a:lnTo>
                <a:cubicBezTo>
                  <a:pt x="2855386" y="1839734"/>
                  <a:pt x="2852250" y="1838690"/>
                  <a:pt x="2846731" y="1839316"/>
                </a:cubicBezTo>
                <a:cubicBezTo>
                  <a:pt x="2855175" y="1823564"/>
                  <a:pt x="2843311" y="1834035"/>
                  <a:pt x="2826290" y="1837274"/>
                </a:cubicBezTo>
                <a:cubicBezTo>
                  <a:pt x="2835609" y="1813530"/>
                  <a:pt x="2787284" y="1831665"/>
                  <a:pt x="2779146" y="1820071"/>
                </a:cubicBezTo>
                <a:cubicBezTo>
                  <a:pt x="2766432" y="1822985"/>
                  <a:pt x="2753158" y="1825635"/>
                  <a:pt x="2739608" y="1827861"/>
                </a:cubicBezTo>
                <a:lnTo>
                  <a:pt x="2731631" y="1828881"/>
                </a:lnTo>
                <a:cubicBezTo>
                  <a:pt x="2731575" y="1828813"/>
                  <a:pt x="2731521" y="1828744"/>
                  <a:pt x="2731464" y="1828677"/>
                </a:cubicBezTo>
                <a:cubicBezTo>
                  <a:pt x="2729715" y="1828415"/>
                  <a:pt x="2727085" y="1828569"/>
                  <a:pt x="2723037" y="1829303"/>
                </a:cubicBezTo>
                <a:lnTo>
                  <a:pt x="2701616" y="1832725"/>
                </a:lnTo>
                <a:lnTo>
                  <a:pt x="2696239" y="1831904"/>
                </a:lnTo>
                <a:lnTo>
                  <a:pt x="2663445" y="1825958"/>
                </a:lnTo>
                <a:cubicBezTo>
                  <a:pt x="2641260" y="1825904"/>
                  <a:pt x="2595040" y="1827674"/>
                  <a:pt x="2560925" y="1829094"/>
                </a:cubicBezTo>
                <a:cubicBezTo>
                  <a:pt x="2527977" y="1836499"/>
                  <a:pt x="2496507" y="1831991"/>
                  <a:pt x="2458739" y="1834479"/>
                </a:cubicBezTo>
                <a:cubicBezTo>
                  <a:pt x="2419379" y="1848893"/>
                  <a:pt x="2396428" y="1834257"/>
                  <a:pt x="2356074" y="1836991"/>
                </a:cubicBezTo>
                <a:cubicBezTo>
                  <a:pt x="2323435" y="1857644"/>
                  <a:pt x="2325610" y="1826053"/>
                  <a:pt x="2304241" y="1822021"/>
                </a:cubicBezTo>
                <a:lnTo>
                  <a:pt x="2298362" y="1822125"/>
                </a:lnTo>
                <a:lnTo>
                  <a:pt x="2283527" y="1826361"/>
                </a:lnTo>
                <a:lnTo>
                  <a:pt x="2278150" y="1828604"/>
                </a:lnTo>
                <a:cubicBezTo>
                  <a:pt x="2274371" y="1829907"/>
                  <a:pt x="2271762" y="1830461"/>
                  <a:pt x="2269853" y="1830502"/>
                </a:cubicBezTo>
                <a:lnTo>
                  <a:pt x="2269585" y="1830341"/>
                </a:lnTo>
                <a:lnTo>
                  <a:pt x="2225332" y="1845825"/>
                </a:lnTo>
                <a:cubicBezTo>
                  <a:pt x="2211505" y="1836594"/>
                  <a:pt x="2170867" y="1860661"/>
                  <a:pt x="2169048" y="1837658"/>
                </a:cubicBezTo>
                <a:cubicBezTo>
                  <a:pt x="2153238" y="1843278"/>
                  <a:pt x="2146132" y="1854645"/>
                  <a:pt x="2147231" y="1839027"/>
                </a:cubicBezTo>
                <a:cubicBezTo>
                  <a:pt x="2141901" y="1840465"/>
                  <a:pt x="2138205" y="1840014"/>
                  <a:pt x="2135241" y="1838652"/>
                </a:cubicBezTo>
                <a:lnTo>
                  <a:pt x="2099215" y="1850768"/>
                </a:lnTo>
                <a:lnTo>
                  <a:pt x="2094046" y="1850806"/>
                </a:lnTo>
                <a:lnTo>
                  <a:pt x="2071850" y="1861319"/>
                </a:lnTo>
                <a:lnTo>
                  <a:pt x="2039607" y="1874318"/>
                </a:lnTo>
                <a:lnTo>
                  <a:pt x="2037289" y="1874025"/>
                </a:lnTo>
                <a:lnTo>
                  <a:pt x="2023615" y="1881562"/>
                </a:lnTo>
                <a:cubicBezTo>
                  <a:pt x="2019390" y="1884562"/>
                  <a:pt x="1959668" y="1894795"/>
                  <a:pt x="1957176" y="1898709"/>
                </a:cubicBezTo>
                <a:cubicBezTo>
                  <a:pt x="1901224" y="1893805"/>
                  <a:pt x="1914145" y="1913274"/>
                  <a:pt x="1858081" y="1923144"/>
                </a:cubicBezTo>
                <a:cubicBezTo>
                  <a:pt x="1819487" y="1923227"/>
                  <a:pt x="1798952" y="1929741"/>
                  <a:pt x="1738865" y="1944965"/>
                </a:cubicBezTo>
                <a:cubicBezTo>
                  <a:pt x="1698633" y="1955957"/>
                  <a:pt x="1670491" y="1978862"/>
                  <a:pt x="1616692" y="1989107"/>
                </a:cubicBezTo>
                <a:cubicBezTo>
                  <a:pt x="1565257" y="2022368"/>
                  <a:pt x="1474172" y="2022156"/>
                  <a:pt x="1411898" y="2046254"/>
                </a:cubicBezTo>
                <a:cubicBezTo>
                  <a:pt x="1380237" y="2035952"/>
                  <a:pt x="1386648" y="2042292"/>
                  <a:pt x="1375780" y="2047961"/>
                </a:cubicBezTo>
                <a:cubicBezTo>
                  <a:pt x="1375756" y="2047968"/>
                  <a:pt x="1375731" y="2047974"/>
                  <a:pt x="1375707" y="2047981"/>
                </a:cubicBezTo>
                <a:lnTo>
                  <a:pt x="1285585" y="2047113"/>
                </a:lnTo>
                <a:cubicBezTo>
                  <a:pt x="1279541" y="2043453"/>
                  <a:pt x="1272537" y="2040974"/>
                  <a:pt x="1263658" y="2041397"/>
                </a:cubicBezTo>
                <a:cubicBezTo>
                  <a:pt x="1212454" y="2058890"/>
                  <a:pt x="1258499" y="2026611"/>
                  <a:pt x="1170403" y="2033399"/>
                </a:cubicBezTo>
                <a:cubicBezTo>
                  <a:pt x="1166530" y="2036274"/>
                  <a:pt x="1154254" y="2033463"/>
                  <a:pt x="1153718" y="2029576"/>
                </a:cubicBezTo>
                <a:cubicBezTo>
                  <a:pt x="1148486" y="2030819"/>
                  <a:pt x="1137980" y="2038354"/>
                  <a:pt x="1133937" y="2032149"/>
                </a:cubicBezTo>
                <a:cubicBezTo>
                  <a:pt x="1104720" y="2031606"/>
                  <a:pt x="1077532" y="2035424"/>
                  <a:pt x="1054999" y="2043242"/>
                </a:cubicBezTo>
                <a:cubicBezTo>
                  <a:pt x="1024875" y="2038090"/>
                  <a:pt x="1020473" y="2042711"/>
                  <a:pt x="1018405" y="2048281"/>
                </a:cubicBezTo>
                <a:lnTo>
                  <a:pt x="1016563" y="2051718"/>
                </a:lnTo>
                <a:lnTo>
                  <a:pt x="1008284" y="2046742"/>
                </a:lnTo>
                <a:cubicBezTo>
                  <a:pt x="999244" y="2043620"/>
                  <a:pt x="990505" y="2044937"/>
                  <a:pt x="981974" y="2048363"/>
                </a:cubicBezTo>
                <a:lnTo>
                  <a:pt x="971903" y="2053484"/>
                </a:lnTo>
                <a:lnTo>
                  <a:pt x="954015" y="2052529"/>
                </a:lnTo>
                <a:cubicBezTo>
                  <a:pt x="931960" y="2051365"/>
                  <a:pt x="861352" y="2046214"/>
                  <a:pt x="839571" y="2046509"/>
                </a:cubicBezTo>
                <a:lnTo>
                  <a:pt x="823321" y="2054296"/>
                </a:lnTo>
                <a:lnTo>
                  <a:pt x="800990" y="2051523"/>
                </a:lnTo>
                <a:cubicBezTo>
                  <a:pt x="790723" y="2052171"/>
                  <a:pt x="782268" y="2055403"/>
                  <a:pt x="776439" y="2062634"/>
                </a:cubicBezTo>
                <a:cubicBezTo>
                  <a:pt x="773155" y="2056184"/>
                  <a:pt x="769593" y="2059253"/>
                  <a:pt x="763041" y="2063995"/>
                </a:cubicBezTo>
                <a:lnTo>
                  <a:pt x="757863" y="2065877"/>
                </a:lnTo>
                <a:lnTo>
                  <a:pt x="745053" y="2051831"/>
                </a:lnTo>
                <a:lnTo>
                  <a:pt x="722609" y="2049504"/>
                </a:lnTo>
                <a:lnTo>
                  <a:pt x="717618" y="2042131"/>
                </a:lnTo>
                <a:lnTo>
                  <a:pt x="703285" y="2046808"/>
                </a:lnTo>
                <a:cubicBezTo>
                  <a:pt x="698219" y="2048137"/>
                  <a:pt x="690058" y="2049926"/>
                  <a:pt x="680199" y="2051947"/>
                </a:cubicBezTo>
                <a:lnTo>
                  <a:pt x="667351" y="2054469"/>
                </a:lnTo>
                <a:lnTo>
                  <a:pt x="660961" y="2049404"/>
                </a:lnTo>
                <a:lnTo>
                  <a:pt x="638282" y="2060093"/>
                </a:lnTo>
                <a:lnTo>
                  <a:pt x="583551" y="2070197"/>
                </a:lnTo>
                <a:cubicBezTo>
                  <a:pt x="569268" y="2091365"/>
                  <a:pt x="529124" y="2053106"/>
                  <a:pt x="525274" y="2079137"/>
                </a:cubicBezTo>
                <a:cubicBezTo>
                  <a:pt x="506495" y="2056498"/>
                  <a:pt x="440091" y="2069666"/>
                  <a:pt x="405635" y="2059339"/>
                </a:cubicBezTo>
                <a:cubicBezTo>
                  <a:pt x="397410" y="2069278"/>
                  <a:pt x="294416" y="2032966"/>
                  <a:pt x="281555" y="2022847"/>
                </a:cubicBezTo>
                <a:cubicBezTo>
                  <a:pt x="171589" y="1986245"/>
                  <a:pt x="126791" y="1985528"/>
                  <a:pt x="98513" y="1969504"/>
                </a:cubicBezTo>
                <a:cubicBezTo>
                  <a:pt x="85544" y="1965247"/>
                  <a:pt x="73324" y="1958000"/>
                  <a:pt x="56191" y="1950709"/>
                </a:cubicBezTo>
                <a:lnTo>
                  <a:pt x="0" y="1935789"/>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401CD0A-13AF-6BEA-32F0-04CE9D993CD1}"/>
              </a:ext>
            </a:extLst>
          </p:cNvPr>
          <p:cNvSpPr>
            <a:spLocks noGrp="1"/>
          </p:cNvSpPr>
          <p:nvPr>
            <p:ph type="title"/>
          </p:nvPr>
        </p:nvSpPr>
        <p:spPr>
          <a:xfrm>
            <a:off x="1137036" y="548640"/>
            <a:ext cx="9543405" cy="1188720"/>
          </a:xfrm>
        </p:spPr>
        <p:txBody>
          <a:bodyPr>
            <a:normAutofit/>
          </a:bodyPr>
          <a:lstStyle/>
          <a:p>
            <a:r>
              <a:rPr lang="en-US" dirty="0">
                <a:solidFill>
                  <a:schemeClr val="tx1">
                    <a:lumMod val="85000"/>
                    <a:lumOff val="15000"/>
                  </a:schemeClr>
                </a:solidFill>
              </a:rPr>
              <a:t>Overview of Python</a:t>
            </a:r>
          </a:p>
        </p:txBody>
      </p:sp>
      <p:sp>
        <p:nvSpPr>
          <p:cNvPr id="3" name="Content Placeholder 2">
            <a:extLst>
              <a:ext uri="{FF2B5EF4-FFF2-40B4-BE49-F238E27FC236}">
                <a16:creationId xmlns:a16="http://schemas.microsoft.com/office/drawing/2014/main" id="{83DA21EC-EC3E-D0FA-CDB9-B872137B1193}"/>
              </a:ext>
            </a:extLst>
          </p:cNvPr>
          <p:cNvSpPr>
            <a:spLocks noGrp="1"/>
          </p:cNvSpPr>
          <p:nvPr>
            <p:ph idx="1"/>
          </p:nvPr>
        </p:nvSpPr>
        <p:spPr>
          <a:xfrm>
            <a:off x="659220" y="1584252"/>
            <a:ext cx="10681850" cy="4713884"/>
          </a:xfrm>
        </p:spPr>
        <p:txBody>
          <a:bodyPr anchor="ctr">
            <a:normAutofit/>
          </a:bodyPr>
          <a:lstStyle/>
          <a:p>
            <a:r>
              <a:rPr lang="en-IN" sz="1300" dirty="0"/>
              <a:t>Python is a versatile and powerful programming language that has become essential for network engineers. Whether you’re new to networking or an experienced professional, Python offers numerous benefits for network-related tasks. Let’s explore the key aspects of Python for network engineering</a:t>
            </a:r>
            <a:r>
              <a:rPr lang="en-IN" dirty="0"/>
              <a:t>.</a:t>
            </a:r>
            <a:endParaRPr lang="en-US" sz="1600" dirty="0">
              <a:ea typeface="Calibri"/>
              <a:cs typeface="Calibri"/>
            </a:endParaRPr>
          </a:p>
          <a:p>
            <a:r>
              <a:rPr lang="en-US" sz="1600" b="1" dirty="0">
                <a:solidFill>
                  <a:srgbClr val="001D35"/>
                </a:solidFill>
                <a:highlight>
                  <a:srgbClr val="FFFFFF"/>
                </a:highlight>
                <a:ea typeface="+mn-lt"/>
                <a:cs typeface="+mn-lt"/>
              </a:rPr>
              <a:t>Python for Network Automation</a:t>
            </a:r>
          </a:p>
          <a:p>
            <a:r>
              <a:rPr lang="en-US" sz="1500" b="1" dirty="0">
                <a:solidFill>
                  <a:srgbClr val="001D35"/>
                </a:solidFill>
                <a:highlight>
                  <a:srgbClr val="FFFFFF"/>
                </a:highlight>
                <a:ea typeface="+mn-lt"/>
                <a:cs typeface="+mn-lt"/>
              </a:rPr>
              <a:t>Network Automation - </a:t>
            </a:r>
            <a:r>
              <a:rPr lang="en-IN" sz="1200" dirty="0"/>
              <a:t>Python helps network engineers automate repetitive tasks such as making configuration changes, creating backups, and monitoring networks</a:t>
            </a:r>
            <a:r>
              <a:rPr lang="en-IN" dirty="0"/>
              <a:t>.</a:t>
            </a:r>
            <a:endParaRPr lang="en-US" sz="1600" dirty="0">
              <a:ea typeface="Calibri"/>
              <a:cs typeface="Calibri"/>
            </a:endParaRPr>
          </a:p>
          <a:p>
            <a:r>
              <a:rPr lang="en-US" sz="1600" b="1" dirty="0">
                <a:ea typeface="Calibri"/>
                <a:cs typeface="Calibri"/>
              </a:rPr>
              <a:t>Configuration Management </a:t>
            </a:r>
            <a:r>
              <a:rPr lang="en-US" sz="1600" dirty="0">
                <a:ea typeface="Calibri"/>
                <a:cs typeface="Calibri"/>
              </a:rPr>
              <a:t>– </a:t>
            </a:r>
            <a:r>
              <a:rPr lang="en-US" sz="1200" dirty="0">
                <a:ea typeface="Calibri"/>
                <a:cs typeface="Calibri"/>
              </a:rPr>
              <a:t>Python based tools like Ansible, NAPALM, </a:t>
            </a:r>
            <a:r>
              <a:rPr lang="en-US" sz="1200" dirty="0" err="1">
                <a:ea typeface="Calibri"/>
                <a:cs typeface="Calibri"/>
              </a:rPr>
              <a:t>Netmiko</a:t>
            </a:r>
            <a:r>
              <a:rPr lang="en-US" sz="1200" dirty="0">
                <a:ea typeface="Calibri"/>
                <a:cs typeface="Calibri"/>
              </a:rPr>
              <a:t> are widely used for configuration management. </a:t>
            </a:r>
          </a:p>
          <a:p>
            <a:r>
              <a:rPr lang="en-US" sz="1600" b="1" dirty="0">
                <a:cs typeface="Calibri"/>
              </a:rPr>
              <a:t>Monitoring &amp; Troubleshooting </a:t>
            </a:r>
            <a:r>
              <a:rPr lang="en-US" sz="1200" dirty="0">
                <a:ea typeface="Calibri"/>
                <a:cs typeface="Calibri"/>
              </a:rPr>
              <a:t>– Python allows network engineers to create custom tools for monitoring and troubleshooting ensuring smooth health of network. </a:t>
            </a:r>
          </a:p>
          <a:p>
            <a:r>
              <a:rPr lang="en-US" sz="1600" b="1" dirty="0">
                <a:cs typeface="Calibri"/>
              </a:rPr>
              <a:t>Network Security </a:t>
            </a:r>
            <a:r>
              <a:rPr lang="en-US" sz="1200" dirty="0">
                <a:ea typeface="Calibri"/>
                <a:cs typeface="Calibri"/>
              </a:rPr>
              <a:t>– Python allows implementing strong security policies, analyzing network traffic, responding to security incidents. </a:t>
            </a:r>
          </a:p>
          <a:p>
            <a:r>
              <a:rPr lang="en-US" sz="1600" b="1" dirty="0">
                <a:cs typeface="Calibri"/>
              </a:rPr>
              <a:t>Cross –platform Compatibility </a:t>
            </a:r>
            <a:r>
              <a:rPr lang="en-US" sz="1200" dirty="0">
                <a:ea typeface="Calibri"/>
                <a:cs typeface="Calibri"/>
              </a:rPr>
              <a:t>– Python involves various OS and devices, streamlining operations,  improve network efficiency and enhance security. </a:t>
            </a:r>
          </a:p>
        </p:txBody>
      </p:sp>
      <p:sp>
        <p:nvSpPr>
          <p:cNvPr id="12" name="Freeform: Shape 11">
            <a:extLst>
              <a:ext uri="{FF2B5EF4-FFF2-40B4-BE49-F238E27FC236}">
                <a16:creationId xmlns:a16="http://schemas.microsoft.com/office/drawing/2014/main" id="{142DCE2C-2863-46FA-9BE7-24365A24D9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24586" y="5970896"/>
            <a:ext cx="9967416" cy="887104"/>
          </a:xfrm>
          <a:custGeom>
            <a:avLst/>
            <a:gdLst>
              <a:gd name="connsiteX0" fmla="*/ 4686423 w 9517857"/>
              <a:gd name="connsiteY0" fmla="*/ 247919 h 918356"/>
              <a:gd name="connsiteX1" fmla="*/ 4689051 w 9517857"/>
              <a:gd name="connsiteY1" fmla="*/ 250968 h 918356"/>
              <a:gd name="connsiteX2" fmla="*/ 4687244 w 9517857"/>
              <a:gd name="connsiteY2" fmla="*/ 251298 h 918356"/>
              <a:gd name="connsiteX3" fmla="*/ 4685225 w 9517857"/>
              <a:gd name="connsiteY3" fmla="*/ 246530 h 918356"/>
              <a:gd name="connsiteX4" fmla="*/ 4686133 w 9517857"/>
              <a:gd name="connsiteY4" fmla="*/ 246727 h 918356"/>
              <a:gd name="connsiteX5" fmla="*/ 4686423 w 9517857"/>
              <a:gd name="connsiteY5" fmla="*/ 247919 h 918356"/>
              <a:gd name="connsiteX6" fmla="*/ 9517856 w 9517857"/>
              <a:gd name="connsiteY6" fmla="*/ 0 h 918356"/>
              <a:gd name="connsiteX7" fmla="*/ 9517857 w 9517857"/>
              <a:gd name="connsiteY7" fmla="*/ 12 h 918356"/>
              <a:gd name="connsiteX8" fmla="*/ 9517857 w 9517857"/>
              <a:gd name="connsiteY8" fmla="*/ 918356 h 918356"/>
              <a:gd name="connsiteX9" fmla="*/ 14604 w 9517857"/>
              <a:gd name="connsiteY9" fmla="*/ 918356 h 918356"/>
              <a:gd name="connsiteX10" fmla="*/ 12841 w 9517857"/>
              <a:gd name="connsiteY10" fmla="*/ 917763 h 918356"/>
              <a:gd name="connsiteX11" fmla="*/ 93 w 9517857"/>
              <a:gd name="connsiteY11" fmla="*/ 912471 h 918356"/>
              <a:gd name="connsiteX12" fmla="*/ 58674 w 9517857"/>
              <a:gd name="connsiteY12" fmla="*/ 890322 h 918356"/>
              <a:gd name="connsiteX13" fmla="*/ 275005 w 9517857"/>
              <a:gd name="connsiteY13" fmla="*/ 807229 h 918356"/>
              <a:gd name="connsiteX14" fmla="*/ 587824 w 9517857"/>
              <a:gd name="connsiteY14" fmla="*/ 798195 h 918356"/>
              <a:gd name="connsiteX15" fmla="*/ 651826 w 9517857"/>
              <a:gd name="connsiteY15" fmla="*/ 738338 h 918356"/>
              <a:gd name="connsiteX16" fmla="*/ 727985 w 9517857"/>
              <a:gd name="connsiteY16" fmla="*/ 719826 h 918356"/>
              <a:gd name="connsiteX17" fmla="*/ 778982 w 9517857"/>
              <a:gd name="connsiteY17" fmla="*/ 710142 h 918356"/>
              <a:gd name="connsiteX18" fmla="*/ 849944 w 9517857"/>
              <a:gd name="connsiteY18" fmla="*/ 717987 h 918356"/>
              <a:gd name="connsiteX19" fmla="*/ 921659 w 9517857"/>
              <a:gd name="connsiteY19" fmla="*/ 712695 h 918356"/>
              <a:gd name="connsiteX20" fmla="*/ 930946 w 9517857"/>
              <a:gd name="connsiteY20" fmla="*/ 734046 h 918356"/>
              <a:gd name="connsiteX21" fmla="*/ 986250 w 9517857"/>
              <a:gd name="connsiteY21" fmla="*/ 713530 h 918356"/>
              <a:gd name="connsiteX22" fmla="*/ 1013752 w 9517857"/>
              <a:gd name="connsiteY22" fmla="*/ 713361 h 918356"/>
              <a:gd name="connsiteX23" fmla="*/ 1023734 w 9517857"/>
              <a:gd name="connsiteY23" fmla="*/ 718571 h 918356"/>
              <a:gd name="connsiteX24" fmla="*/ 1063207 w 9517857"/>
              <a:gd name="connsiteY24" fmla="*/ 715651 h 918356"/>
              <a:gd name="connsiteX25" fmla="*/ 1081980 w 9517857"/>
              <a:gd name="connsiteY25" fmla="*/ 738455 h 918356"/>
              <a:gd name="connsiteX26" fmla="*/ 1218120 w 9517857"/>
              <a:gd name="connsiteY26" fmla="*/ 713280 h 918356"/>
              <a:gd name="connsiteX27" fmla="*/ 1397459 w 9517857"/>
              <a:gd name="connsiteY27" fmla="*/ 691190 h 918356"/>
              <a:gd name="connsiteX28" fmla="*/ 1580688 w 9517857"/>
              <a:gd name="connsiteY28" fmla="*/ 693697 h 918356"/>
              <a:gd name="connsiteX29" fmla="*/ 1772334 w 9517857"/>
              <a:gd name="connsiteY29" fmla="*/ 710640 h 918356"/>
              <a:gd name="connsiteX30" fmla="*/ 2002561 w 9517857"/>
              <a:gd name="connsiteY30" fmla="*/ 659917 h 918356"/>
              <a:gd name="connsiteX31" fmla="*/ 2135144 w 9517857"/>
              <a:gd name="connsiteY31" fmla="*/ 636501 h 918356"/>
              <a:gd name="connsiteX32" fmla="*/ 2440292 w 9517857"/>
              <a:gd name="connsiteY32" fmla="*/ 593862 h 918356"/>
              <a:gd name="connsiteX33" fmla="*/ 2547829 w 9517857"/>
              <a:gd name="connsiteY33" fmla="*/ 566150 h 918356"/>
              <a:gd name="connsiteX34" fmla="*/ 2658055 w 9517857"/>
              <a:gd name="connsiteY34" fmla="*/ 578727 h 918356"/>
              <a:gd name="connsiteX35" fmla="*/ 2693698 w 9517857"/>
              <a:gd name="connsiteY35" fmla="*/ 560029 h 918356"/>
              <a:gd name="connsiteX36" fmla="*/ 2699673 w 9517857"/>
              <a:gd name="connsiteY36" fmla="*/ 556400 h 918356"/>
              <a:gd name="connsiteX37" fmla="*/ 2727306 w 9517857"/>
              <a:gd name="connsiteY37" fmla="*/ 550698 h 918356"/>
              <a:gd name="connsiteX38" fmla="*/ 2730451 w 9517857"/>
              <a:gd name="connsiteY38" fmla="*/ 538058 h 918356"/>
              <a:gd name="connsiteX39" fmla="*/ 2768713 w 9517857"/>
              <a:gd name="connsiteY39" fmla="*/ 521575 h 918356"/>
              <a:gd name="connsiteX40" fmla="*/ 2820868 w 9517857"/>
              <a:gd name="connsiteY40" fmla="*/ 514160 h 918356"/>
              <a:gd name="connsiteX41" fmla="*/ 3073635 w 9517857"/>
              <a:gd name="connsiteY41" fmla="*/ 491294 h 918356"/>
              <a:gd name="connsiteX42" fmla="*/ 3222071 w 9517857"/>
              <a:gd name="connsiteY42" fmla="*/ 470559 h 918356"/>
              <a:gd name="connsiteX43" fmla="*/ 3274069 w 9517857"/>
              <a:gd name="connsiteY43" fmla="*/ 451605 h 918356"/>
              <a:gd name="connsiteX44" fmla="*/ 3349632 w 9517857"/>
              <a:gd name="connsiteY44" fmla="*/ 432583 h 918356"/>
              <a:gd name="connsiteX45" fmla="*/ 3479593 w 9517857"/>
              <a:gd name="connsiteY45" fmla="*/ 390437 h 918356"/>
              <a:gd name="connsiteX46" fmla="*/ 3660110 w 9517857"/>
              <a:gd name="connsiteY46" fmla="*/ 348726 h 918356"/>
              <a:gd name="connsiteX47" fmla="*/ 3750023 w 9517857"/>
              <a:gd name="connsiteY47" fmla="*/ 370678 h 918356"/>
              <a:gd name="connsiteX48" fmla="*/ 3844133 w 9517857"/>
              <a:gd name="connsiteY48" fmla="*/ 360648 h 918356"/>
              <a:gd name="connsiteX49" fmla="*/ 3913545 w 9517857"/>
              <a:gd name="connsiteY49" fmla="*/ 344235 h 918356"/>
              <a:gd name="connsiteX50" fmla="*/ 4266740 w 9517857"/>
              <a:gd name="connsiteY50" fmla="*/ 361454 h 918356"/>
              <a:gd name="connsiteX51" fmla="*/ 4430770 w 9517857"/>
              <a:gd name="connsiteY51" fmla="*/ 342643 h 918356"/>
              <a:gd name="connsiteX52" fmla="*/ 4512664 w 9517857"/>
              <a:gd name="connsiteY52" fmla="*/ 319948 h 918356"/>
              <a:gd name="connsiteX53" fmla="*/ 4616423 w 9517857"/>
              <a:gd name="connsiteY53" fmla="*/ 290914 h 918356"/>
              <a:gd name="connsiteX54" fmla="*/ 4691675 w 9517857"/>
              <a:gd name="connsiteY54" fmla="*/ 254011 h 918356"/>
              <a:gd name="connsiteX55" fmla="*/ 4689051 w 9517857"/>
              <a:gd name="connsiteY55" fmla="*/ 250968 h 918356"/>
              <a:gd name="connsiteX56" fmla="*/ 4719994 w 9517857"/>
              <a:gd name="connsiteY56" fmla="*/ 245307 h 918356"/>
              <a:gd name="connsiteX57" fmla="*/ 4752894 w 9517857"/>
              <a:gd name="connsiteY57" fmla="*/ 239875 h 918356"/>
              <a:gd name="connsiteX58" fmla="*/ 4769329 w 9517857"/>
              <a:gd name="connsiteY58" fmla="*/ 233585 h 918356"/>
              <a:gd name="connsiteX59" fmla="*/ 4775634 w 9517857"/>
              <a:gd name="connsiteY59" fmla="*/ 234063 h 918356"/>
              <a:gd name="connsiteX60" fmla="*/ 4790452 w 9517857"/>
              <a:gd name="connsiteY60" fmla="*/ 233572 h 918356"/>
              <a:gd name="connsiteX61" fmla="*/ 4789062 w 9517857"/>
              <a:gd name="connsiteY61" fmla="*/ 241924 h 918356"/>
              <a:gd name="connsiteX62" fmla="*/ 4827826 w 9517857"/>
              <a:gd name="connsiteY62" fmla="*/ 246977 h 918356"/>
              <a:gd name="connsiteX63" fmla="*/ 4892569 w 9517857"/>
              <a:gd name="connsiteY63" fmla="*/ 249933 h 918356"/>
              <a:gd name="connsiteX64" fmla="*/ 4896611 w 9517857"/>
              <a:gd name="connsiteY64" fmla="*/ 240448 h 918356"/>
              <a:gd name="connsiteX65" fmla="*/ 4917286 w 9517857"/>
              <a:gd name="connsiteY65" fmla="*/ 243659 h 918356"/>
              <a:gd name="connsiteX66" fmla="*/ 4981173 w 9517857"/>
              <a:gd name="connsiteY66" fmla="*/ 247103 h 918356"/>
              <a:gd name="connsiteX67" fmla="*/ 5060397 w 9517857"/>
              <a:gd name="connsiteY67" fmla="*/ 263688 h 918356"/>
              <a:gd name="connsiteX68" fmla="*/ 5252996 w 9517857"/>
              <a:gd name="connsiteY68" fmla="*/ 270655 h 918356"/>
              <a:gd name="connsiteX69" fmla="*/ 5358056 w 9517857"/>
              <a:gd name="connsiteY69" fmla="*/ 247248 h 918356"/>
              <a:gd name="connsiteX70" fmla="*/ 5426496 w 9517857"/>
              <a:gd name="connsiteY70" fmla="*/ 235142 h 918356"/>
              <a:gd name="connsiteX71" fmla="*/ 5497161 w 9517857"/>
              <a:gd name="connsiteY71" fmla="*/ 228808 h 918356"/>
              <a:gd name="connsiteX72" fmla="*/ 5826043 w 9517857"/>
              <a:gd name="connsiteY72" fmla="*/ 148073 h 918356"/>
              <a:gd name="connsiteX73" fmla="*/ 6013415 w 9517857"/>
              <a:gd name="connsiteY73" fmla="*/ 137316 h 918356"/>
              <a:gd name="connsiteX74" fmla="*/ 6080994 w 9517857"/>
              <a:gd name="connsiteY74" fmla="*/ 142938 h 918356"/>
              <a:gd name="connsiteX75" fmla="*/ 6194152 w 9517857"/>
              <a:gd name="connsiteY75" fmla="*/ 151772 h 918356"/>
              <a:gd name="connsiteX76" fmla="*/ 6281379 w 9517857"/>
              <a:gd name="connsiteY76" fmla="*/ 181626 h 918356"/>
              <a:gd name="connsiteX77" fmla="*/ 6374947 w 9517857"/>
              <a:gd name="connsiteY77" fmla="*/ 179799 h 918356"/>
              <a:gd name="connsiteX78" fmla="*/ 6448518 w 9517857"/>
              <a:gd name="connsiteY78" fmla="*/ 164378 h 918356"/>
              <a:gd name="connsiteX79" fmla="*/ 6544700 w 9517857"/>
              <a:gd name="connsiteY79" fmla="*/ 167161 h 918356"/>
              <a:gd name="connsiteX80" fmla="*/ 6648353 w 9517857"/>
              <a:gd name="connsiteY80" fmla="*/ 172250 h 918356"/>
              <a:gd name="connsiteX81" fmla="*/ 6736227 w 9517857"/>
              <a:gd name="connsiteY81" fmla="*/ 173216 h 918356"/>
              <a:gd name="connsiteX82" fmla="*/ 6977218 w 9517857"/>
              <a:gd name="connsiteY82" fmla="*/ 184289 h 918356"/>
              <a:gd name="connsiteX83" fmla="*/ 7065221 w 9517857"/>
              <a:gd name="connsiteY83" fmla="*/ 227531 h 918356"/>
              <a:gd name="connsiteX84" fmla="*/ 7366876 w 9517857"/>
              <a:gd name="connsiteY84" fmla="*/ 248468 h 918356"/>
              <a:gd name="connsiteX85" fmla="*/ 7565449 w 9517857"/>
              <a:gd name="connsiteY85" fmla="*/ 258950 h 918356"/>
              <a:gd name="connsiteX86" fmla="*/ 7599285 w 9517857"/>
              <a:gd name="connsiteY86" fmla="*/ 266021 h 918356"/>
              <a:gd name="connsiteX87" fmla="*/ 7644411 w 9517857"/>
              <a:gd name="connsiteY87" fmla="*/ 258986 h 918356"/>
              <a:gd name="connsiteX88" fmla="*/ 7825110 w 9517857"/>
              <a:gd name="connsiteY88" fmla="*/ 229109 h 918356"/>
              <a:gd name="connsiteX89" fmla="*/ 7965804 w 9517857"/>
              <a:gd name="connsiteY89" fmla="*/ 190545 h 918356"/>
              <a:gd name="connsiteX90" fmla="*/ 8147401 w 9517857"/>
              <a:gd name="connsiteY90" fmla="*/ 205617 h 918356"/>
              <a:gd name="connsiteX91" fmla="*/ 8256033 w 9517857"/>
              <a:gd name="connsiteY91" fmla="*/ 193713 h 918356"/>
              <a:gd name="connsiteX92" fmla="*/ 8410677 w 9517857"/>
              <a:gd name="connsiteY92" fmla="*/ 172167 h 918356"/>
              <a:gd name="connsiteX93" fmla="*/ 8617841 w 9517857"/>
              <a:gd name="connsiteY93" fmla="*/ 155167 h 918356"/>
              <a:gd name="connsiteX94" fmla="*/ 8715976 w 9517857"/>
              <a:gd name="connsiteY94" fmla="*/ 178374 h 918356"/>
              <a:gd name="connsiteX95" fmla="*/ 8778827 w 9517857"/>
              <a:gd name="connsiteY95" fmla="*/ 172936 h 918356"/>
              <a:gd name="connsiteX96" fmla="*/ 8840778 w 9517857"/>
              <a:gd name="connsiteY96" fmla="*/ 143149 h 918356"/>
              <a:gd name="connsiteX97" fmla="*/ 9010380 w 9517857"/>
              <a:gd name="connsiteY97" fmla="*/ 91891 h 918356"/>
              <a:gd name="connsiteX98" fmla="*/ 9110856 w 9517857"/>
              <a:gd name="connsiteY98" fmla="*/ 70997 h 918356"/>
              <a:gd name="connsiteX99" fmla="*/ 9268817 w 9517857"/>
              <a:gd name="connsiteY99" fmla="*/ 53082 h 918356"/>
              <a:gd name="connsiteX100" fmla="*/ 9316667 w 9517857"/>
              <a:gd name="connsiteY100" fmla="*/ 45047 h 918356"/>
              <a:gd name="connsiteX101" fmla="*/ 9428209 w 9517857"/>
              <a:gd name="connsiteY101" fmla="*/ 29923 h 91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9517857" h="918356">
                <a:moveTo>
                  <a:pt x="4686423" y="247919"/>
                </a:moveTo>
                <a:lnTo>
                  <a:pt x="4689051" y="250968"/>
                </a:lnTo>
                <a:lnTo>
                  <a:pt x="4687244" y="251298"/>
                </a:lnTo>
                <a:close/>
                <a:moveTo>
                  <a:pt x="4685225" y="246530"/>
                </a:moveTo>
                <a:cubicBezTo>
                  <a:pt x="4688837" y="243198"/>
                  <a:pt x="4687468" y="244598"/>
                  <a:pt x="4686133" y="246727"/>
                </a:cubicBezTo>
                <a:lnTo>
                  <a:pt x="4686423" y="247919"/>
                </a:lnTo>
                <a:close/>
                <a:moveTo>
                  <a:pt x="9517856" y="0"/>
                </a:moveTo>
                <a:lnTo>
                  <a:pt x="9517857" y="12"/>
                </a:lnTo>
                <a:lnTo>
                  <a:pt x="9517857" y="918356"/>
                </a:lnTo>
                <a:lnTo>
                  <a:pt x="14604" y="918356"/>
                </a:lnTo>
                <a:lnTo>
                  <a:pt x="12841" y="917763"/>
                </a:lnTo>
                <a:cubicBezTo>
                  <a:pt x="4532" y="914864"/>
                  <a:pt x="-773" y="912807"/>
                  <a:pt x="93" y="912471"/>
                </a:cubicBezTo>
                <a:cubicBezTo>
                  <a:pt x="172" y="912298"/>
                  <a:pt x="58594" y="890495"/>
                  <a:pt x="58674" y="890322"/>
                </a:cubicBezTo>
                <a:cubicBezTo>
                  <a:pt x="127436" y="929614"/>
                  <a:pt x="206243" y="828226"/>
                  <a:pt x="275005" y="807229"/>
                </a:cubicBezTo>
                <a:cubicBezTo>
                  <a:pt x="303983" y="806087"/>
                  <a:pt x="504960" y="777375"/>
                  <a:pt x="587824" y="798195"/>
                </a:cubicBezTo>
                <a:cubicBezTo>
                  <a:pt x="598733" y="769348"/>
                  <a:pt x="682904" y="785924"/>
                  <a:pt x="651826" y="738338"/>
                </a:cubicBezTo>
                <a:cubicBezTo>
                  <a:pt x="688440" y="737862"/>
                  <a:pt x="753255" y="750396"/>
                  <a:pt x="727985" y="719826"/>
                </a:cubicBezTo>
                <a:cubicBezTo>
                  <a:pt x="739648" y="718749"/>
                  <a:pt x="775717" y="715087"/>
                  <a:pt x="778982" y="710142"/>
                </a:cubicBezTo>
                <a:cubicBezTo>
                  <a:pt x="779189" y="709407"/>
                  <a:pt x="849736" y="718721"/>
                  <a:pt x="849944" y="717987"/>
                </a:cubicBezTo>
                <a:lnTo>
                  <a:pt x="921659" y="712695"/>
                </a:lnTo>
                <a:lnTo>
                  <a:pt x="930946" y="734046"/>
                </a:lnTo>
                <a:lnTo>
                  <a:pt x="986250" y="713530"/>
                </a:lnTo>
                <a:lnTo>
                  <a:pt x="1013752" y="713361"/>
                </a:lnTo>
                <a:lnTo>
                  <a:pt x="1023734" y="718571"/>
                </a:lnTo>
                <a:cubicBezTo>
                  <a:pt x="1033291" y="721276"/>
                  <a:pt x="1045398" y="721394"/>
                  <a:pt x="1063207" y="715651"/>
                </a:cubicBezTo>
                <a:lnTo>
                  <a:pt x="1081980" y="738455"/>
                </a:lnTo>
                <a:lnTo>
                  <a:pt x="1218120" y="713280"/>
                </a:lnTo>
                <a:cubicBezTo>
                  <a:pt x="1230137" y="716162"/>
                  <a:pt x="1387179" y="685179"/>
                  <a:pt x="1397459" y="691190"/>
                </a:cubicBezTo>
                <a:cubicBezTo>
                  <a:pt x="1490025" y="704984"/>
                  <a:pt x="1465878" y="715604"/>
                  <a:pt x="1580688" y="693697"/>
                </a:cubicBezTo>
                <a:cubicBezTo>
                  <a:pt x="1607067" y="704379"/>
                  <a:pt x="1719477" y="658239"/>
                  <a:pt x="1772334" y="710640"/>
                </a:cubicBezTo>
                <a:cubicBezTo>
                  <a:pt x="1745536" y="644824"/>
                  <a:pt x="1976078" y="716436"/>
                  <a:pt x="2002561" y="659917"/>
                </a:cubicBezTo>
                <a:cubicBezTo>
                  <a:pt x="2045346" y="660357"/>
                  <a:pt x="2166676" y="654391"/>
                  <a:pt x="2135144" y="636501"/>
                </a:cubicBezTo>
                <a:cubicBezTo>
                  <a:pt x="2276591" y="665055"/>
                  <a:pt x="2293173" y="591792"/>
                  <a:pt x="2440292" y="593862"/>
                </a:cubicBezTo>
                <a:cubicBezTo>
                  <a:pt x="2495160" y="534824"/>
                  <a:pt x="2473343" y="585644"/>
                  <a:pt x="2547829" y="566150"/>
                </a:cubicBezTo>
                <a:cubicBezTo>
                  <a:pt x="2545438" y="614169"/>
                  <a:pt x="2632278" y="528280"/>
                  <a:pt x="2658055" y="578727"/>
                </a:cubicBezTo>
                <a:cubicBezTo>
                  <a:pt x="2670795" y="573581"/>
                  <a:pt x="2682322" y="567005"/>
                  <a:pt x="2693698" y="560029"/>
                </a:cubicBezTo>
                <a:lnTo>
                  <a:pt x="2699673" y="556400"/>
                </a:lnTo>
                <a:lnTo>
                  <a:pt x="2727306" y="550698"/>
                </a:lnTo>
                <a:lnTo>
                  <a:pt x="2730451" y="538058"/>
                </a:lnTo>
                <a:lnTo>
                  <a:pt x="2768713" y="521575"/>
                </a:lnTo>
                <a:cubicBezTo>
                  <a:pt x="2783756" y="517104"/>
                  <a:pt x="2800788" y="514291"/>
                  <a:pt x="2820868" y="514160"/>
                </a:cubicBezTo>
                <a:cubicBezTo>
                  <a:pt x="2894791" y="532885"/>
                  <a:pt x="2981506" y="465507"/>
                  <a:pt x="3073635" y="491294"/>
                </a:cubicBezTo>
                <a:cubicBezTo>
                  <a:pt x="3106872" y="496624"/>
                  <a:pt x="3205785" y="487718"/>
                  <a:pt x="3222071" y="470559"/>
                </a:cubicBezTo>
                <a:cubicBezTo>
                  <a:pt x="3242193" y="465514"/>
                  <a:pt x="3267163" y="469136"/>
                  <a:pt x="3274069" y="451605"/>
                </a:cubicBezTo>
                <a:cubicBezTo>
                  <a:pt x="3286659" y="430165"/>
                  <a:pt x="3363648" y="455571"/>
                  <a:pt x="3349632" y="432583"/>
                </a:cubicBezTo>
                <a:cubicBezTo>
                  <a:pt x="3404182" y="449847"/>
                  <a:pt x="3438210" y="404323"/>
                  <a:pt x="3479593" y="390437"/>
                </a:cubicBezTo>
                <a:cubicBezTo>
                  <a:pt x="3523240" y="408403"/>
                  <a:pt x="3567027" y="361554"/>
                  <a:pt x="3660110" y="348726"/>
                </a:cubicBezTo>
                <a:cubicBezTo>
                  <a:pt x="3708299" y="369683"/>
                  <a:pt x="3662447" y="344775"/>
                  <a:pt x="3750023" y="370678"/>
                </a:cubicBezTo>
                <a:cubicBezTo>
                  <a:pt x="3752092" y="367132"/>
                  <a:pt x="3816880" y="365055"/>
                  <a:pt x="3844133" y="360648"/>
                </a:cubicBezTo>
                <a:cubicBezTo>
                  <a:pt x="3871386" y="356240"/>
                  <a:pt x="3882848" y="332490"/>
                  <a:pt x="3913545" y="344235"/>
                </a:cubicBezTo>
                <a:cubicBezTo>
                  <a:pt x="4050255" y="376864"/>
                  <a:pt x="4159924" y="363190"/>
                  <a:pt x="4266740" y="361454"/>
                </a:cubicBezTo>
                <a:cubicBezTo>
                  <a:pt x="4385770" y="354374"/>
                  <a:pt x="4314535" y="340143"/>
                  <a:pt x="4430770" y="342643"/>
                </a:cubicBezTo>
                <a:cubicBezTo>
                  <a:pt x="4439969" y="322594"/>
                  <a:pt x="4478290" y="314645"/>
                  <a:pt x="4512664" y="319948"/>
                </a:cubicBezTo>
                <a:cubicBezTo>
                  <a:pt x="4570011" y="315138"/>
                  <a:pt x="4549085" y="269599"/>
                  <a:pt x="4616423" y="290914"/>
                </a:cubicBezTo>
                <a:cubicBezTo>
                  <a:pt x="4599641" y="270277"/>
                  <a:pt x="4692085" y="269216"/>
                  <a:pt x="4691675" y="254011"/>
                </a:cubicBezTo>
                <a:lnTo>
                  <a:pt x="4689051" y="250968"/>
                </a:lnTo>
                <a:lnTo>
                  <a:pt x="4719994" y="245307"/>
                </a:lnTo>
                <a:cubicBezTo>
                  <a:pt x="4732635" y="242775"/>
                  <a:pt x="4745300" y="240335"/>
                  <a:pt x="4752894" y="239875"/>
                </a:cubicBezTo>
                <a:lnTo>
                  <a:pt x="4769329" y="233585"/>
                </a:lnTo>
                <a:lnTo>
                  <a:pt x="4775634" y="234063"/>
                </a:lnTo>
                <a:lnTo>
                  <a:pt x="4790452" y="233572"/>
                </a:lnTo>
                <a:cubicBezTo>
                  <a:pt x="4789989" y="236356"/>
                  <a:pt x="4789525" y="239141"/>
                  <a:pt x="4789062" y="241924"/>
                </a:cubicBezTo>
                <a:cubicBezTo>
                  <a:pt x="4786342" y="249932"/>
                  <a:pt x="4804560" y="248631"/>
                  <a:pt x="4827826" y="246977"/>
                </a:cubicBezTo>
                <a:cubicBezTo>
                  <a:pt x="4875782" y="239569"/>
                  <a:pt x="4874112" y="283413"/>
                  <a:pt x="4892569" y="249933"/>
                </a:cubicBezTo>
                <a:lnTo>
                  <a:pt x="4896611" y="240448"/>
                </a:lnTo>
                <a:lnTo>
                  <a:pt x="4917286" y="243659"/>
                </a:lnTo>
                <a:cubicBezTo>
                  <a:pt x="4923060" y="243799"/>
                  <a:pt x="4981729" y="240979"/>
                  <a:pt x="4981173" y="247103"/>
                </a:cubicBezTo>
                <a:cubicBezTo>
                  <a:pt x="5024880" y="220690"/>
                  <a:pt x="5014146" y="257963"/>
                  <a:pt x="5060397" y="263688"/>
                </a:cubicBezTo>
                <a:cubicBezTo>
                  <a:pt x="5093356" y="238589"/>
                  <a:pt x="5157892" y="275351"/>
                  <a:pt x="5252996" y="270655"/>
                </a:cubicBezTo>
                <a:cubicBezTo>
                  <a:pt x="5288840" y="241872"/>
                  <a:pt x="5287005" y="287921"/>
                  <a:pt x="5358056" y="247248"/>
                </a:cubicBezTo>
                <a:cubicBezTo>
                  <a:pt x="5361752" y="250257"/>
                  <a:pt x="5403312" y="238215"/>
                  <a:pt x="5426496" y="235142"/>
                </a:cubicBezTo>
                <a:cubicBezTo>
                  <a:pt x="5449679" y="232069"/>
                  <a:pt x="5473549" y="245611"/>
                  <a:pt x="5497161" y="228808"/>
                </a:cubicBezTo>
                <a:cubicBezTo>
                  <a:pt x="5611861" y="172767"/>
                  <a:pt x="5723211" y="165860"/>
                  <a:pt x="5826043" y="148073"/>
                </a:cubicBezTo>
                <a:cubicBezTo>
                  <a:pt x="5943127" y="133166"/>
                  <a:pt x="5872659" y="193078"/>
                  <a:pt x="6013415" y="137316"/>
                </a:cubicBezTo>
                <a:cubicBezTo>
                  <a:pt x="6031924" y="154783"/>
                  <a:pt x="6050745" y="154258"/>
                  <a:pt x="6080994" y="142938"/>
                </a:cubicBezTo>
                <a:cubicBezTo>
                  <a:pt x="6138083" y="137090"/>
                  <a:pt x="6140195" y="184383"/>
                  <a:pt x="6194152" y="151772"/>
                </a:cubicBezTo>
                <a:cubicBezTo>
                  <a:pt x="6187280" y="177783"/>
                  <a:pt x="6304222" y="153410"/>
                  <a:pt x="6281379" y="181626"/>
                </a:cubicBezTo>
                <a:cubicBezTo>
                  <a:pt x="6321899" y="201819"/>
                  <a:pt x="6335111" y="162590"/>
                  <a:pt x="6374947" y="179799"/>
                </a:cubicBezTo>
                <a:cubicBezTo>
                  <a:pt x="6417404" y="181336"/>
                  <a:pt x="6402484" y="169694"/>
                  <a:pt x="6448518" y="164378"/>
                </a:cubicBezTo>
                <a:cubicBezTo>
                  <a:pt x="6504958" y="162488"/>
                  <a:pt x="6493438" y="111203"/>
                  <a:pt x="6544700" y="167161"/>
                </a:cubicBezTo>
                <a:cubicBezTo>
                  <a:pt x="6601507" y="148697"/>
                  <a:pt x="6566269" y="164386"/>
                  <a:pt x="6648353" y="172250"/>
                </a:cubicBezTo>
                <a:cubicBezTo>
                  <a:pt x="6680008" y="155223"/>
                  <a:pt x="6707960" y="160673"/>
                  <a:pt x="6736227" y="173216"/>
                </a:cubicBezTo>
                <a:cubicBezTo>
                  <a:pt x="6813963" y="164284"/>
                  <a:pt x="6888143" y="181296"/>
                  <a:pt x="6977218" y="184289"/>
                </a:cubicBezTo>
                <a:cubicBezTo>
                  <a:pt x="7040424" y="188318"/>
                  <a:pt x="7000278" y="216835"/>
                  <a:pt x="7065221" y="227531"/>
                </a:cubicBezTo>
                <a:cubicBezTo>
                  <a:pt x="7130163" y="238228"/>
                  <a:pt x="7291878" y="238208"/>
                  <a:pt x="7366876" y="248468"/>
                </a:cubicBezTo>
                <a:cubicBezTo>
                  <a:pt x="7491356" y="206752"/>
                  <a:pt x="7367734" y="280166"/>
                  <a:pt x="7565449" y="258950"/>
                </a:cubicBezTo>
                <a:cubicBezTo>
                  <a:pt x="7575959" y="252432"/>
                  <a:pt x="7600854" y="257628"/>
                  <a:pt x="7599285" y="266021"/>
                </a:cubicBezTo>
                <a:cubicBezTo>
                  <a:pt x="7611616" y="262940"/>
                  <a:pt x="7639946" y="245819"/>
                  <a:pt x="7644411" y="258986"/>
                </a:cubicBezTo>
                <a:cubicBezTo>
                  <a:pt x="7708015" y="258012"/>
                  <a:pt x="7770249" y="247724"/>
                  <a:pt x="7825110" y="229109"/>
                </a:cubicBezTo>
                <a:cubicBezTo>
                  <a:pt x="7949762" y="247028"/>
                  <a:pt x="7921956" y="197757"/>
                  <a:pt x="7965804" y="190545"/>
                </a:cubicBezTo>
                <a:cubicBezTo>
                  <a:pt x="8039439" y="213878"/>
                  <a:pt x="8063651" y="191475"/>
                  <a:pt x="8147401" y="205617"/>
                </a:cubicBezTo>
                <a:cubicBezTo>
                  <a:pt x="8166453" y="196610"/>
                  <a:pt x="8225048" y="207099"/>
                  <a:pt x="8256033" y="193713"/>
                </a:cubicBezTo>
                <a:cubicBezTo>
                  <a:pt x="8311388" y="242017"/>
                  <a:pt x="8350376" y="178592"/>
                  <a:pt x="8410677" y="172167"/>
                </a:cubicBezTo>
                <a:cubicBezTo>
                  <a:pt x="8470978" y="165743"/>
                  <a:pt x="8572470" y="206385"/>
                  <a:pt x="8617841" y="155167"/>
                </a:cubicBezTo>
                <a:cubicBezTo>
                  <a:pt x="8646050" y="160448"/>
                  <a:pt x="8664949" y="183631"/>
                  <a:pt x="8715976" y="178374"/>
                </a:cubicBezTo>
                <a:cubicBezTo>
                  <a:pt x="8737194" y="188216"/>
                  <a:pt x="8738009" y="189511"/>
                  <a:pt x="8778827" y="172936"/>
                </a:cubicBezTo>
                <a:cubicBezTo>
                  <a:pt x="8725277" y="146372"/>
                  <a:pt x="8850819" y="175612"/>
                  <a:pt x="8840778" y="143149"/>
                </a:cubicBezTo>
                <a:cubicBezTo>
                  <a:pt x="8903519" y="121096"/>
                  <a:pt x="9021861" y="150359"/>
                  <a:pt x="9010380" y="91891"/>
                </a:cubicBezTo>
                <a:cubicBezTo>
                  <a:pt x="9027103" y="56852"/>
                  <a:pt x="9112524" y="108357"/>
                  <a:pt x="9110856" y="70997"/>
                </a:cubicBezTo>
                <a:cubicBezTo>
                  <a:pt x="9148189" y="94250"/>
                  <a:pt x="9209809" y="53285"/>
                  <a:pt x="9268817" y="53082"/>
                </a:cubicBezTo>
                <a:cubicBezTo>
                  <a:pt x="9279135" y="35997"/>
                  <a:pt x="9292736" y="36520"/>
                  <a:pt x="9316667" y="45047"/>
                </a:cubicBezTo>
                <a:cubicBezTo>
                  <a:pt x="9352186" y="45862"/>
                  <a:pt x="9390008" y="39799"/>
                  <a:pt x="9428209" y="29923"/>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72836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33BD5E3-0DBB-CADA-614E-FE2F01E78952}"/>
              </a:ext>
            </a:extLst>
          </p:cNvPr>
          <p:cNvSpPr>
            <a:spLocks noGrp="1"/>
          </p:cNvSpPr>
          <p:nvPr>
            <p:ph type="title"/>
          </p:nvPr>
        </p:nvSpPr>
        <p:spPr>
          <a:xfrm>
            <a:off x="638881" y="417576"/>
            <a:ext cx="10909640" cy="1249394"/>
          </a:xfrm>
        </p:spPr>
        <p:txBody>
          <a:bodyPr vert="horz" lIns="91440" tIns="45720" rIns="91440" bIns="45720" rtlCol="0" anchor="ctr">
            <a:normAutofit/>
          </a:bodyPr>
          <a:lstStyle/>
          <a:p>
            <a:pPr algn="ctr"/>
            <a:r>
              <a:rPr lang="en-US" sz="6600" kern="1200" dirty="0">
                <a:latin typeface="+mj-lt"/>
                <a:ea typeface="+mj-ea"/>
                <a:cs typeface="+mj-cs"/>
              </a:rPr>
              <a:t>Python Benefits</a:t>
            </a:r>
          </a:p>
        </p:txBody>
      </p:sp>
      <p:sp>
        <p:nvSpPr>
          <p:cNvPr id="19"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81084EE8-8FB6-B7FF-F1EF-3E997F515E65}"/>
              </a:ext>
            </a:extLst>
          </p:cNvPr>
          <p:cNvSpPr txBox="1"/>
          <p:nvPr/>
        </p:nvSpPr>
        <p:spPr>
          <a:xfrm>
            <a:off x="7219156" y="1904214"/>
            <a:ext cx="4373880" cy="48013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AutoNum type="arabicPeriod"/>
            </a:pPr>
            <a:r>
              <a:rPr lang="en-US" dirty="0">
                <a:ea typeface="Calibri" panose="020F0502020204030204"/>
                <a:cs typeface="Calibri" panose="020F0502020204030204"/>
              </a:rPr>
              <a:t>Massive Library Ecosystem</a:t>
            </a:r>
          </a:p>
          <a:p>
            <a:pPr marL="342900" indent="-342900">
              <a:buAutoNum type="arabicPeriod"/>
            </a:pPr>
            <a:endParaRPr lang="en-US" dirty="0">
              <a:ea typeface="Calibri" panose="020F0502020204030204"/>
              <a:cs typeface="Calibri" panose="020F0502020204030204"/>
            </a:endParaRPr>
          </a:p>
          <a:p>
            <a:pPr marL="342900" indent="-342900">
              <a:buAutoNum type="arabicPeriod"/>
            </a:pPr>
            <a:r>
              <a:rPr lang="en-US" dirty="0" err="1">
                <a:ea typeface="Calibri" panose="020F0502020204030204"/>
                <a:cs typeface="Calibri" panose="020F0502020204030204"/>
              </a:rPr>
              <a:t>Netmiko</a:t>
            </a:r>
            <a:r>
              <a:rPr lang="en-US" dirty="0">
                <a:ea typeface="Calibri" panose="020F0502020204030204"/>
                <a:cs typeface="Calibri" panose="020F0502020204030204"/>
              </a:rPr>
              <a:t> – Simplifies SSH connections for network devices</a:t>
            </a:r>
          </a:p>
          <a:p>
            <a:pPr marL="342900" indent="-342900">
              <a:buAutoNum type="arabicPeriod"/>
            </a:pPr>
            <a:endParaRPr lang="en-US" dirty="0">
              <a:ea typeface="Calibri" panose="020F0502020204030204"/>
              <a:cs typeface="Calibri" panose="020F0502020204030204"/>
            </a:endParaRPr>
          </a:p>
          <a:p>
            <a:pPr marL="342900" indent="-342900">
              <a:buAutoNum type="arabicPeriod"/>
            </a:pPr>
            <a:r>
              <a:rPr lang="en-US" dirty="0" err="1">
                <a:ea typeface="Calibri" panose="020F0502020204030204"/>
                <a:cs typeface="Calibri" panose="020F0502020204030204"/>
              </a:rPr>
              <a:t>Paramiko</a:t>
            </a:r>
            <a:r>
              <a:rPr lang="en-US" dirty="0">
                <a:ea typeface="Calibri" panose="020F0502020204030204"/>
                <a:cs typeface="Calibri" panose="020F0502020204030204"/>
              </a:rPr>
              <a:t> – A low level library for SSH V2 protocol support</a:t>
            </a:r>
          </a:p>
          <a:p>
            <a:pPr marL="342900" indent="-342900">
              <a:buAutoNum type="arabicPeriod"/>
            </a:pPr>
            <a:endParaRPr lang="en-US" dirty="0">
              <a:ea typeface="Calibri" panose="020F0502020204030204"/>
              <a:cs typeface="Calibri" panose="020F0502020204030204"/>
            </a:endParaRPr>
          </a:p>
          <a:p>
            <a:pPr marL="342900" indent="-342900">
              <a:buAutoNum type="arabicPeriod"/>
            </a:pPr>
            <a:r>
              <a:rPr lang="en-US" dirty="0">
                <a:ea typeface="Calibri" panose="020F0502020204030204"/>
                <a:cs typeface="Calibri" panose="020F0502020204030204"/>
              </a:rPr>
              <a:t>NAPALM – provides a unified API to interact with different OS</a:t>
            </a:r>
          </a:p>
          <a:p>
            <a:pPr marL="342900" indent="-342900">
              <a:buAutoNum type="arabicPeriod"/>
            </a:pPr>
            <a:endParaRPr lang="en-US" dirty="0">
              <a:ea typeface="Calibri" panose="020F0502020204030204"/>
              <a:cs typeface="Calibri" panose="020F0502020204030204"/>
            </a:endParaRPr>
          </a:p>
          <a:p>
            <a:pPr marL="342900" indent="-342900">
              <a:buAutoNum type="arabicPeriod"/>
            </a:pPr>
            <a:r>
              <a:rPr lang="en-US" dirty="0" err="1">
                <a:ea typeface="Calibri" panose="020F0502020204030204"/>
                <a:cs typeface="Calibri" panose="020F0502020204030204"/>
              </a:rPr>
              <a:t>Scapy</a:t>
            </a:r>
            <a:r>
              <a:rPr lang="en-US" dirty="0">
                <a:ea typeface="Calibri" panose="020F0502020204030204"/>
                <a:cs typeface="Calibri" panose="020F0502020204030204"/>
              </a:rPr>
              <a:t> – Powerful tool for packet manipulation, sniffing/forging. </a:t>
            </a:r>
          </a:p>
          <a:p>
            <a:pPr marL="342900" indent="-342900">
              <a:buAutoNum type="arabicPeriod"/>
            </a:pPr>
            <a:endParaRPr lang="en-US" dirty="0">
              <a:ea typeface="Calibri" panose="020F0502020204030204"/>
              <a:cs typeface="Calibri" panose="020F0502020204030204"/>
            </a:endParaRPr>
          </a:p>
          <a:p>
            <a:pPr marL="342900" indent="-342900">
              <a:buAutoNum type="arabicPeriod"/>
            </a:pPr>
            <a:r>
              <a:rPr lang="en-US" dirty="0">
                <a:ea typeface="Calibri" panose="020F0502020204030204"/>
                <a:cs typeface="Calibri" panose="020F0502020204030204"/>
              </a:rPr>
              <a:t>Low level socket support – building custom clients &amp; servers and protocols like HTTP, FTP, TCP.</a:t>
            </a:r>
          </a:p>
        </p:txBody>
      </p:sp>
      <p:pic>
        <p:nvPicPr>
          <p:cNvPr id="6" name="Online Media 5" descr="PyCon US 2026 Tutorial Sneak Peek: &quot;Python for Absolute Beginners&quot; - Al Sweigart">
            <a:hlinkClick r:id="" action="ppaction://media"/>
            <a:extLst>
              <a:ext uri="{FF2B5EF4-FFF2-40B4-BE49-F238E27FC236}">
                <a16:creationId xmlns:a16="http://schemas.microsoft.com/office/drawing/2014/main" id="{6C50A72A-FEC8-A6A5-329B-D870E8DB629F}"/>
              </a:ext>
            </a:extLst>
          </p:cNvPr>
          <p:cNvPicPr>
            <a:picLocks noGrp="1" noRot="1" noChangeAspect="1"/>
          </p:cNvPicPr>
          <p:nvPr>
            <p:ph idx="1"/>
            <a:videoFile r:link="rId1"/>
          </p:nvPr>
        </p:nvPicPr>
        <p:blipFill>
          <a:blip r:embed="rId3"/>
          <a:stretch>
            <a:fillRect/>
          </a:stretch>
        </p:blipFill>
        <p:spPr>
          <a:xfrm>
            <a:off x="2246313" y="1825625"/>
            <a:ext cx="4373880" cy="2471409"/>
          </a:xfrm>
          <a:prstGeom prst="rect">
            <a:avLst/>
          </a:prstGeom>
        </p:spPr>
      </p:pic>
    </p:spTree>
    <p:extLst>
      <p:ext uri="{BB962C8B-B14F-4D97-AF65-F5344CB8AC3E}">
        <p14:creationId xmlns:p14="http://schemas.microsoft.com/office/powerpoint/2010/main" val="2833596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52EE7-505B-D75C-41C9-2170C90E3759}"/>
              </a:ext>
            </a:extLst>
          </p:cNvPr>
          <p:cNvSpPr>
            <a:spLocks noGrp="1"/>
          </p:cNvSpPr>
          <p:nvPr>
            <p:ph type="title"/>
          </p:nvPr>
        </p:nvSpPr>
        <p:spPr/>
        <p:txBody>
          <a:bodyPr>
            <a:normAutofit/>
          </a:bodyPr>
          <a:lstStyle/>
          <a:p>
            <a:r>
              <a:rPr lang="en-US" dirty="0"/>
              <a:t>Python Basic Data types</a:t>
            </a:r>
          </a:p>
        </p:txBody>
      </p:sp>
      <p:sp>
        <p:nvSpPr>
          <p:cNvPr id="3" name="Content Placeholder 2">
            <a:extLst>
              <a:ext uri="{FF2B5EF4-FFF2-40B4-BE49-F238E27FC236}">
                <a16:creationId xmlns:a16="http://schemas.microsoft.com/office/drawing/2014/main" id="{C106DC33-4756-BA4F-EDCD-D4E8AD68CF35}"/>
              </a:ext>
            </a:extLst>
          </p:cNvPr>
          <p:cNvSpPr>
            <a:spLocks noGrp="1"/>
          </p:cNvSpPr>
          <p:nvPr>
            <p:ph idx="1"/>
          </p:nvPr>
        </p:nvSpPr>
        <p:spPr>
          <a:xfrm>
            <a:off x="838200" y="1552456"/>
            <a:ext cx="10515600" cy="4624507"/>
          </a:xfrm>
        </p:spPr>
        <p:txBody>
          <a:bodyPr vert="horz" lIns="91440" tIns="45720" rIns="91440" bIns="45720" rtlCol="0" anchor="t">
            <a:normAutofit fontScale="92500" lnSpcReduction="20000"/>
          </a:bodyPr>
          <a:lstStyle/>
          <a:p>
            <a:r>
              <a:rPr lang="en-US" sz="1600" dirty="0">
                <a:ea typeface="Calibri"/>
                <a:cs typeface="Calibri"/>
              </a:rPr>
              <a:t>Lists – Ordered sequences of elements which are mutable</a:t>
            </a:r>
          </a:p>
          <a:p>
            <a:r>
              <a:rPr lang="en-US" sz="1600" dirty="0">
                <a:ea typeface="Calibri"/>
                <a:cs typeface="Calibri"/>
              </a:rPr>
              <a:t>Sets – Collections of unordered elements which are immutable</a:t>
            </a:r>
          </a:p>
          <a:p>
            <a:r>
              <a:rPr lang="en-US" sz="1600" dirty="0">
                <a:ea typeface="Calibri"/>
                <a:cs typeface="Calibri"/>
              </a:rPr>
              <a:t>Tuples – Similar to sets but use parentheses and also mutable. </a:t>
            </a:r>
          </a:p>
          <a:p>
            <a:endParaRPr lang="en-US" sz="1600" dirty="0">
              <a:ea typeface="Calibri"/>
              <a:cs typeface="Calibri"/>
            </a:endParaRPr>
          </a:p>
          <a:p>
            <a:r>
              <a:rPr lang="en-US" sz="1600" dirty="0">
                <a:ea typeface="Calibri"/>
                <a:cs typeface="Calibri"/>
              </a:rPr>
              <a:t>Sequences: </a:t>
            </a:r>
          </a:p>
          <a:p>
            <a:pPr marL="342900" indent="-342900">
              <a:buAutoNum type="alphaLcParenR"/>
            </a:pPr>
            <a:r>
              <a:rPr lang="en-US" sz="1600" dirty="0">
                <a:ea typeface="Calibri"/>
                <a:cs typeface="Calibri"/>
              </a:rPr>
              <a:t>String: str()</a:t>
            </a:r>
          </a:p>
          <a:p>
            <a:pPr marL="342900" indent="-342900">
              <a:buAutoNum type="alphaLcParenR"/>
            </a:pPr>
            <a:r>
              <a:rPr lang="en-US" sz="1600" dirty="0">
                <a:ea typeface="Calibri"/>
                <a:cs typeface="Calibri"/>
              </a:rPr>
              <a:t>List: list()</a:t>
            </a:r>
          </a:p>
          <a:p>
            <a:pPr marL="342900" indent="-342900">
              <a:buAutoNum type="alphaLcParenR"/>
            </a:pPr>
            <a:r>
              <a:rPr lang="en-US" sz="1600" dirty="0">
                <a:ea typeface="Calibri"/>
                <a:cs typeface="Calibri"/>
              </a:rPr>
              <a:t>Tuple: tuple()</a:t>
            </a:r>
          </a:p>
          <a:p>
            <a:pPr marL="342900" indent="-342900">
              <a:buAutoNum type="alphaLcParenR"/>
            </a:pPr>
            <a:r>
              <a:rPr lang="en-US" sz="1600" dirty="0">
                <a:ea typeface="Calibri"/>
                <a:cs typeface="Calibri"/>
              </a:rPr>
              <a:t>Range: range()</a:t>
            </a:r>
          </a:p>
          <a:p>
            <a:r>
              <a:rPr lang="en-US" sz="1600" dirty="0">
                <a:ea typeface="Calibri"/>
                <a:cs typeface="Calibri"/>
              </a:rPr>
              <a:t>Mapping: </a:t>
            </a:r>
          </a:p>
          <a:p>
            <a:pPr marL="0" indent="0">
              <a:buNone/>
            </a:pPr>
            <a:r>
              <a:rPr lang="en-US" sz="1600" dirty="0">
                <a:ea typeface="Calibri"/>
                <a:cs typeface="Calibri"/>
              </a:rPr>
              <a:t>e) Dictionary: </a:t>
            </a:r>
            <a:r>
              <a:rPr lang="en-US" sz="1600" dirty="0" err="1">
                <a:ea typeface="Calibri"/>
                <a:cs typeface="Calibri"/>
              </a:rPr>
              <a:t>dict</a:t>
            </a:r>
            <a:r>
              <a:rPr lang="en-US" sz="1600" dirty="0">
                <a:ea typeface="Calibri"/>
                <a:cs typeface="Calibri"/>
              </a:rPr>
              <a:t>()</a:t>
            </a:r>
          </a:p>
          <a:p>
            <a:r>
              <a:rPr lang="en-US" sz="1600" dirty="0">
                <a:ea typeface="Calibri"/>
                <a:cs typeface="Calibri"/>
              </a:rPr>
              <a:t>Set: set()</a:t>
            </a:r>
          </a:p>
          <a:p>
            <a:r>
              <a:rPr lang="en-US" sz="1600" dirty="0">
                <a:ea typeface="Calibri"/>
                <a:cs typeface="Calibri"/>
              </a:rPr>
              <a:t>Numbers: </a:t>
            </a:r>
          </a:p>
          <a:p>
            <a:r>
              <a:rPr lang="en-US" sz="1600" dirty="0">
                <a:ea typeface="Calibri"/>
                <a:cs typeface="Calibri"/>
              </a:rPr>
              <a:t>f) Integer: int()</a:t>
            </a:r>
          </a:p>
          <a:p>
            <a:r>
              <a:rPr lang="en-US" sz="1600" dirty="0">
                <a:ea typeface="Calibri"/>
                <a:cs typeface="Calibri"/>
              </a:rPr>
              <a:t>g) Boolean: bool()</a:t>
            </a:r>
          </a:p>
          <a:p>
            <a:r>
              <a:rPr lang="en-US" sz="1600" dirty="0">
                <a:ea typeface="Calibri"/>
                <a:cs typeface="Calibri"/>
              </a:rPr>
              <a:t>h)float: float()</a:t>
            </a:r>
          </a:p>
          <a:p>
            <a:endParaRPr lang="en-US" sz="1600" dirty="0"/>
          </a:p>
        </p:txBody>
      </p:sp>
    </p:spTree>
    <p:extLst>
      <p:ext uri="{BB962C8B-B14F-4D97-AF65-F5344CB8AC3E}">
        <p14:creationId xmlns:p14="http://schemas.microsoft.com/office/powerpoint/2010/main" val="28636955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346FE-4E09-C356-AB28-CB782DAC4923}"/>
              </a:ext>
            </a:extLst>
          </p:cNvPr>
          <p:cNvSpPr>
            <a:spLocks noGrp="1"/>
          </p:cNvSpPr>
          <p:nvPr>
            <p:ph type="title"/>
          </p:nvPr>
        </p:nvSpPr>
        <p:spPr>
          <a:xfrm>
            <a:off x="876693" y="741391"/>
            <a:ext cx="3455821" cy="1616203"/>
          </a:xfrm>
        </p:spPr>
        <p:txBody>
          <a:bodyPr anchor="b">
            <a:normAutofit/>
          </a:bodyPr>
          <a:lstStyle/>
          <a:p>
            <a:r>
              <a:rPr lang="en-US" sz="3200"/>
              <a:t>Python variables </a:t>
            </a:r>
          </a:p>
        </p:txBody>
      </p:sp>
      <p:sp>
        <p:nvSpPr>
          <p:cNvPr id="3" name="Content Placeholder 2">
            <a:extLst>
              <a:ext uri="{FF2B5EF4-FFF2-40B4-BE49-F238E27FC236}">
                <a16:creationId xmlns:a16="http://schemas.microsoft.com/office/drawing/2014/main" id="{15204D52-8C50-848B-EB7F-1CE477320D8D}"/>
              </a:ext>
            </a:extLst>
          </p:cNvPr>
          <p:cNvSpPr>
            <a:spLocks noGrp="1"/>
          </p:cNvSpPr>
          <p:nvPr>
            <p:ph idx="1"/>
          </p:nvPr>
        </p:nvSpPr>
        <p:spPr>
          <a:xfrm>
            <a:off x="876693" y="2533476"/>
            <a:ext cx="3455821" cy="3447832"/>
          </a:xfrm>
        </p:spPr>
        <p:txBody>
          <a:bodyPr vert="horz" lIns="91440" tIns="45720" rIns="91440" bIns="45720" rtlCol="0" anchor="t">
            <a:normAutofit/>
          </a:bodyPr>
          <a:lstStyle/>
          <a:p>
            <a:r>
              <a:rPr lang="en-US" sz="2000" dirty="0"/>
              <a:t>A python variable is like a container which stores data temporarily. </a:t>
            </a:r>
          </a:p>
          <a:p>
            <a:r>
              <a:rPr lang="en-US" sz="2000" dirty="0"/>
              <a:t>Variables keep values accessible. </a:t>
            </a:r>
          </a:p>
          <a:p>
            <a:r>
              <a:rPr lang="en-US" sz="2000" dirty="0"/>
              <a:t>Variables make changes easy </a:t>
            </a:r>
          </a:p>
          <a:p>
            <a:r>
              <a:rPr lang="en-US" sz="2000" dirty="0"/>
              <a:t>Variables have data types. </a:t>
            </a:r>
            <a:br>
              <a:rPr lang="en-US" sz="2000" dirty="0"/>
            </a:br>
            <a:endParaRPr lang="en-US" sz="2000" dirty="0">
              <a:ea typeface="Calibri"/>
              <a:cs typeface="Calibri"/>
            </a:endParaRPr>
          </a:p>
          <a:p>
            <a:pPr>
              <a:buFont typeface="Wingdings" panose="020B0604020202020204" pitchFamily="34" charset="0"/>
              <a:buChar char="q"/>
            </a:pPr>
            <a:endParaRPr lang="en-US" sz="2000" dirty="0">
              <a:ea typeface="Calibri"/>
              <a:cs typeface="Calibri"/>
            </a:endParaRPr>
          </a:p>
          <a:p>
            <a:pPr>
              <a:buFont typeface="Wingdings" panose="020B0604020202020204" pitchFamily="34" charset="0"/>
              <a:buChar char="q"/>
            </a:pPr>
            <a:endParaRPr lang="en-US" sz="2000" dirty="0">
              <a:ea typeface="Calibri"/>
              <a:cs typeface="Calibri"/>
            </a:endParaRPr>
          </a:p>
        </p:txBody>
      </p:sp>
      <p:pic>
        <p:nvPicPr>
          <p:cNvPr id="4" name="Picture 3">
            <a:extLst>
              <a:ext uri="{FF2B5EF4-FFF2-40B4-BE49-F238E27FC236}">
                <a16:creationId xmlns:a16="http://schemas.microsoft.com/office/drawing/2014/main" id="{F43AE9BA-B5F8-1E6A-FBEA-11E278937083}"/>
              </a:ext>
            </a:extLst>
          </p:cNvPr>
          <p:cNvPicPr>
            <a:picLocks noChangeAspect="1"/>
          </p:cNvPicPr>
          <p:nvPr/>
        </p:nvPicPr>
        <p:blipFill>
          <a:blip r:embed="rId2"/>
          <a:stretch>
            <a:fillRect/>
          </a:stretch>
        </p:blipFill>
        <p:spPr>
          <a:xfrm>
            <a:off x="5005632" y="741391"/>
            <a:ext cx="6353425" cy="5384528"/>
          </a:xfrm>
          <a:prstGeom prst="rect">
            <a:avLst/>
          </a:prstGeom>
        </p:spPr>
      </p:pic>
      <p:grpSp>
        <p:nvGrpSpPr>
          <p:cNvPr id="18" name="Group 17">
            <a:extLst>
              <a:ext uri="{FF2B5EF4-FFF2-40B4-BE49-F238E27FC236}">
                <a16:creationId xmlns:a16="http://schemas.microsoft.com/office/drawing/2014/main" id="{6258F736-B256-8039-9DC6-F4E49A5C5AD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2068638" y="0"/>
            <a:ext cx="123362" cy="6858000"/>
            <a:chOff x="12068638" y="0"/>
            <a:chExt cx="123362" cy="6858000"/>
          </a:xfrm>
        </p:grpSpPr>
        <p:sp>
          <p:nvSpPr>
            <p:cNvPr id="19" name="Rectangle 18">
              <a:extLst>
                <a:ext uri="{FF2B5EF4-FFF2-40B4-BE49-F238E27FC236}">
                  <a16:creationId xmlns:a16="http://schemas.microsoft.com/office/drawing/2014/main" id="{10B4520A-996E-330C-99DA-69CA4D89E9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EC8FA945-E356-695F-18D6-CAD4EF34FE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7804545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31BAD53-4E89-4F62-BBB7-26359763ED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62756DA2-40EB-4C6F-B962-5822FFB54F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653438" cy="6858000"/>
          </a:xfrm>
          <a:custGeom>
            <a:avLst/>
            <a:gdLst>
              <a:gd name="connsiteX0" fmla="*/ 0 w 6096000"/>
              <a:gd name="connsiteY0" fmla="*/ 0 h 6858000"/>
              <a:gd name="connsiteX1" fmla="*/ 5567517 w 6096000"/>
              <a:gd name="connsiteY1" fmla="*/ 0 h 6858000"/>
              <a:gd name="connsiteX2" fmla="*/ 5566938 w 6096000"/>
              <a:gd name="connsiteY2" fmla="*/ 1705 h 6858000"/>
              <a:gd name="connsiteX3" fmla="*/ 5551594 w 6096000"/>
              <a:gd name="connsiteY3" fmla="*/ 17287 h 6858000"/>
              <a:gd name="connsiteX4" fmla="*/ 5545641 w 6096000"/>
              <a:gd name="connsiteY4" fmla="*/ 130336 h 6858000"/>
              <a:gd name="connsiteX5" fmla="*/ 5538289 w 6096000"/>
              <a:gd name="connsiteY5" fmla="*/ 187093 h 6858000"/>
              <a:gd name="connsiteX6" fmla="*/ 5545790 w 6096000"/>
              <a:gd name="connsiteY6" fmla="*/ 265704 h 6858000"/>
              <a:gd name="connsiteX7" fmla="*/ 5542313 w 6096000"/>
              <a:gd name="connsiteY7" fmla="*/ 354566 h 6858000"/>
              <a:gd name="connsiteX8" fmla="*/ 5524126 w 6096000"/>
              <a:gd name="connsiteY8" fmla="*/ 472000 h 6858000"/>
              <a:gd name="connsiteX9" fmla="*/ 5522170 w 6096000"/>
              <a:gd name="connsiteY9" fmla="*/ 473782 h 6858000"/>
              <a:gd name="connsiteX10" fmla="*/ 5521798 w 6096000"/>
              <a:gd name="connsiteY10" fmla="*/ 491380 h 6858000"/>
              <a:gd name="connsiteX11" fmla="*/ 5536419 w 6096000"/>
              <a:gd name="connsiteY11" fmla="*/ 531675 h 6858000"/>
              <a:gd name="connsiteX12" fmla="*/ 5533435 w 6096000"/>
              <a:gd name="connsiteY12" fmla="*/ 536015 h 6858000"/>
              <a:gd name="connsiteX13" fmla="*/ 5538088 w 6096000"/>
              <a:gd name="connsiteY13" fmla="*/ 572092 h 6858000"/>
              <a:gd name="connsiteX14" fmla="*/ 5536061 w 6096000"/>
              <a:gd name="connsiteY14" fmla="*/ 572511 h 6858000"/>
              <a:gd name="connsiteX15" fmla="*/ 5528218 w 6096000"/>
              <a:gd name="connsiteY15" fmla="*/ 582332 h 6858000"/>
              <a:gd name="connsiteX16" fmla="*/ 5518011 w 6096000"/>
              <a:gd name="connsiteY16" fmla="*/ 601285 h 6858000"/>
              <a:gd name="connsiteX17" fmla="*/ 5473174 w 6096000"/>
              <a:gd name="connsiteY17" fmla="*/ 681608 h 6858000"/>
              <a:gd name="connsiteX18" fmla="*/ 5472963 w 6096000"/>
              <a:gd name="connsiteY18" fmla="*/ 689151 h 6858000"/>
              <a:gd name="connsiteX19" fmla="*/ 5472485 w 6096000"/>
              <a:gd name="connsiteY19" fmla="*/ 689289 h 6858000"/>
              <a:gd name="connsiteX20" fmla="*/ 5471326 w 6096000"/>
              <a:gd name="connsiteY20" fmla="*/ 697222 h 6858000"/>
              <a:gd name="connsiteX21" fmla="*/ 5472164 w 6096000"/>
              <a:gd name="connsiteY21" fmla="*/ 717531 h 6858000"/>
              <a:gd name="connsiteX22" fmla="*/ 5468891 w 6096000"/>
              <a:gd name="connsiteY22" fmla="*/ 722494 h 6858000"/>
              <a:gd name="connsiteX23" fmla="*/ 5463081 w 6096000"/>
              <a:gd name="connsiteY23" fmla="*/ 724368 h 6858000"/>
              <a:gd name="connsiteX24" fmla="*/ 5446981 w 6096000"/>
              <a:gd name="connsiteY24" fmla="*/ 752692 h 6858000"/>
              <a:gd name="connsiteX25" fmla="*/ 5417190 w 6096000"/>
              <a:gd name="connsiteY25" fmla="*/ 816346 h 6858000"/>
              <a:gd name="connsiteX26" fmla="*/ 5388958 w 6096000"/>
              <a:gd name="connsiteY26" fmla="*/ 889417 h 6858000"/>
              <a:gd name="connsiteX27" fmla="*/ 5307044 w 6096000"/>
              <a:gd name="connsiteY27" fmla="*/ 1063288 h 6858000"/>
              <a:gd name="connsiteX28" fmla="*/ 5303837 w 6096000"/>
              <a:gd name="connsiteY28" fmla="*/ 1157176 h 6858000"/>
              <a:gd name="connsiteX29" fmla="*/ 5286494 w 6096000"/>
              <a:gd name="connsiteY29" fmla="*/ 1210776 h 6858000"/>
              <a:gd name="connsiteX30" fmla="*/ 5282463 w 6096000"/>
              <a:gd name="connsiteY30" fmla="*/ 1301993 h 6858000"/>
              <a:gd name="connsiteX31" fmla="*/ 5252235 w 6096000"/>
              <a:gd name="connsiteY31" fmla="*/ 1360879 h 6858000"/>
              <a:gd name="connsiteX32" fmla="*/ 5244497 w 6096000"/>
              <a:gd name="connsiteY32" fmla="*/ 1404045 h 6858000"/>
              <a:gd name="connsiteX33" fmla="*/ 5223823 w 6096000"/>
              <a:gd name="connsiteY33" fmla="*/ 1429568 h 6858000"/>
              <a:gd name="connsiteX34" fmla="*/ 5224851 w 6096000"/>
              <a:gd name="connsiteY34" fmla="*/ 1430305 h 6858000"/>
              <a:gd name="connsiteX35" fmla="*/ 5212394 w 6096000"/>
              <a:gd name="connsiteY35" fmla="*/ 1463304 h 6858000"/>
              <a:gd name="connsiteX36" fmla="*/ 5209958 w 6096000"/>
              <a:gd name="connsiteY36" fmla="*/ 1514846 h 6858000"/>
              <a:gd name="connsiteX37" fmla="*/ 5206417 w 6096000"/>
              <a:gd name="connsiteY37" fmla="*/ 1519731 h 6858000"/>
              <a:gd name="connsiteX38" fmla="*/ 5206640 w 6096000"/>
              <a:gd name="connsiteY38" fmla="*/ 1519929 h 6858000"/>
              <a:gd name="connsiteX39" fmla="*/ 5207632 w 6096000"/>
              <a:gd name="connsiteY39" fmla="*/ 1546022 h 6858000"/>
              <a:gd name="connsiteX40" fmla="*/ 5212030 w 6096000"/>
              <a:gd name="connsiteY40" fmla="*/ 1578752 h 6858000"/>
              <a:gd name="connsiteX41" fmla="*/ 5203533 w 6096000"/>
              <a:gd name="connsiteY41" fmla="*/ 1647555 h 6858000"/>
              <a:gd name="connsiteX42" fmla="*/ 5190877 w 6096000"/>
              <a:gd name="connsiteY42" fmla="*/ 1715685 h 6858000"/>
              <a:gd name="connsiteX43" fmla="*/ 5184235 w 6096000"/>
              <a:gd name="connsiteY43" fmla="*/ 1740358 h 6858000"/>
              <a:gd name="connsiteX44" fmla="*/ 5181475 w 6096000"/>
              <a:gd name="connsiteY44" fmla="*/ 1784314 h 6858000"/>
              <a:gd name="connsiteX45" fmla="*/ 5185845 w 6096000"/>
              <a:gd name="connsiteY45" fmla="*/ 1804434 h 6858000"/>
              <a:gd name="connsiteX46" fmla="*/ 5185068 w 6096000"/>
              <a:gd name="connsiteY46" fmla="*/ 1805316 h 6858000"/>
              <a:gd name="connsiteX47" fmla="*/ 5188593 w 6096000"/>
              <a:gd name="connsiteY47" fmla="*/ 1807109 h 6858000"/>
              <a:gd name="connsiteX48" fmla="*/ 5185920 w 6096000"/>
              <a:gd name="connsiteY48" fmla="*/ 1821003 h 6858000"/>
              <a:gd name="connsiteX49" fmla="*/ 5183543 w 6096000"/>
              <a:gd name="connsiteY49" fmla="*/ 1824832 h 6858000"/>
              <a:gd name="connsiteX50" fmla="*/ 5182235 w 6096000"/>
              <a:gd name="connsiteY50" fmla="*/ 1830429 h 6858000"/>
              <a:gd name="connsiteX51" fmla="*/ 5182525 w 6096000"/>
              <a:gd name="connsiteY51" fmla="*/ 1830569 h 6858000"/>
              <a:gd name="connsiteX52" fmla="*/ 5180663 w 6096000"/>
              <a:gd name="connsiteY52" fmla="*/ 1835810 h 6858000"/>
              <a:gd name="connsiteX53" fmla="*/ 5167452 w 6096000"/>
              <a:gd name="connsiteY53" fmla="*/ 1861483 h 6858000"/>
              <a:gd name="connsiteX54" fmla="*/ 5174266 w 6096000"/>
              <a:gd name="connsiteY54" fmla="*/ 1892417 h 6858000"/>
              <a:gd name="connsiteX55" fmla="*/ 5189262 w 6096000"/>
              <a:gd name="connsiteY55" fmla="*/ 1895114 h 6858000"/>
              <a:gd name="connsiteX56" fmla="*/ 5187100 w 6096000"/>
              <a:gd name="connsiteY56" fmla="*/ 1899379 h 6858000"/>
              <a:gd name="connsiteX57" fmla="*/ 5180471 w 6096000"/>
              <a:gd name="connsiteY57" fmla="*/ 1907867 h 6858000"/>
              <a:gd name="connsiteX58" fmla="*/ 5181361 w 6096000"/>
              <a:gd name="connsiteY58" fmla="*/ 1910265 h 6858000"/>
              <a:gd name="connsiteX59" fmla="*/ 5178268 w 6096000"/>
              <a:gd name="connsiteY59" fmla="*/ 1935584 h 6858000"/>
              <a:gd name="connsiteX60" fmla="*/ 5183619 w 6096000"/>
              <a:gd name="connsiteY60" fmla="*/ 1942021 h 6858000"/>
              <a:gd name="connsiteX61" fmla="*/ 5184480 w 6096000"/>
              <a:gd name="connsiteY61" fmla="*/ 1945112 h 6858000"/>
              <a:gd name="connsiteX62" fmla="*/ 5172776 w 6096000"/>
              <a:gd name="connsiteY62" fmla="*/ 1961162 h 6858000"/>
              <a:gd name="connsiteX63" fmla="*/ 5168513 w 6096000"/>
              <a:gd name="connsiteY63" fmla="*/ 1969445 h 6858000"/>
              <a:gd name="connsiteX64" fmla="*/ 5126597 w 6096000"/>
              <a:gd name="connsiteY64" fmla="*/ 2024270 h 6858000"/>
              <a:gd name="connsiteX65" fmla="*/ 5119528 w 6096000"/>
              <a:gd name="connsiteY65" fmla="*/ 2107942 h 6858000"/>
              <a:gd name="connsiteX66" fmla="*/ 5110356 w 6096000"/>
              <a:gd name="connsiteY66" fmla="*/ 2193455 h 6858000"/>
              <a:gd name="connsiteX67" fmla="*/ 5104992 w 6096000"/>
              <a:gd name="connsiteY67" fmla="*/ 2260088 h 6858000"/>
              <a:gd name="connsiteX68" fmla="*/ 5059439 w 6096000"/>
              <a:gd name="connsiteY68" fmla="*/ 2335735 h 6858000"/>
              <a:gd name="connsiteX69" fmla="*/ 5022061 w 6096000"/>
              <a:gd name="connsiteY69" fmla="*/ 2408995 h 6858000"/>
              <a:gd name="connsiteX70" fmla="*/ 5022253 w 6096000"/>
              <a:gd name="connsiteY70" fmla="*/ 2445869 h 6858000"/>
              <a:gd name="connsiteX71" fmla="*/ 5011426 w 6096000"/>
              <a:gd name="connsiteY71" fmla="*/ 2496499 h 6858000"/>
              <a:gd name="connsiteX72" fmla="*/ 4994224 w 6096000"/>
              <a:gd name="connsiteY72" fmla="*/ 2549900 h 6858000"/>
              <a:gd name="connsiteX73" fmla="*/ 4995245 w 6096000"/>
              <a:gd name="connsiteY73" fmla="*/ 2596456 h 6858000"/>
              <a:gd name="connsiteX74" fmla="*/ 4988570 w 6096000"/>
              <a:gd name="connsiteY74" fmla="*/ 2606088 h 6858000"/>
              <a:gd name="connsiteX75" fmla="*/ 4988371 w 6096000"/>
              <a:gd name="connsiteY75" fmla="*/ 2635351 h 6858000"/>
              <a:gd name="connsiteX76" fmla="*/ 4983212 w 6096000"/>
              <a:gd name="connsiteY76" fmla="*/ 2665666 h 6858000"/>
              <a:gd name="connsiteX77" fmla="*/ 4968234 w 6096000"/>
              <a:gd name="connsiteY77" fmla="*/ 2715895 h 6858000"/>
              <a:gd name="connsiteX78" fmla="*/ 4975888 w 6096000"/>
              <a:gd name="connsiteY78" fmla="*/ 2725052 h 6858000"/>
              <a:gd name="connsiteX79" fmla="*/ 4980195 w 6096000"/>
              <a:gd name="connsiteY79" fmla="*/ 2726489 h 6858000"/>
              <a:gd name="connsiteX80" fmla="*/ 4976218 w 6096000"/>
              <a:gd name="connsiteY80" fmla="*/ 2740278 h 6858000"/>
              <a:gd name="connsiteX81" fmla="*/ 4980571 w 6096000"/>
              <a:gd name="connsiteY81" fmla="*/ 2751112 h 6858000"/>
              <a:gd name="connsiteX82" fmla="*/ 4973893 w 6096000"/>
              <a:gd name="connsiteY82" fmla="*/ 2760208 h 6858000"/>
              <a:gd name="connsiteX83" fmla="*/ 4979005 w 6096000"/>
              <a:gd name="connsiteY83" fmla="*/ 2790136 h 6858000"/>
              <a:gd name="connsiteX84" fmla="*/ 4986137 w 6096000"/>
              <a:gd name="connsiteY84" fmla="*/ 2804183 h 6858000"/>
              <a:gd name="connsiteX85" fmla="*/ 4986175 w 6096000"/>
              <a:gd name="connsiteY85" fmla="*/ 2825860 h 6858000"/>
              <a:gd name="connsiteX86" fmla="*/ 4993936 w 6096000"/>
              <a:gd name="connsiteY86" fmla="*/ 2911749 h 6858000"/>
              <a:gd name="connsiteX87" fmla="*/ 4992563 w 6096000"/>
              <a:gd name="connsiteY87" fmla="*/ 2977278 h 6858000"/>
              <a:gd name="connsiteX88" fmla="*/ 4980516 w 6096000"/>
              <a:gd name="connsiteY88" fmla="*/ 2991092 h 6858000"/>
              <a:gd name="connsiteX89" fmla="*/ 4992801 w 6096000"/>
              <a:gd name="connsiteY89" fmla="*/ 3020247 h 6858000"/>
              <a:gd name="connsiteX90" fmla="*/ 5014805 w 6096000"/>
              <a:gd name="connsiteY90" fmla="*/ 3065434 h 6858000"/>
              <a:gd name="connsiteX91" fmla="*/ 5002733 w 6096000"/>
              <a:gd name="connsiteY91" fmla="*/ 3103777 h 6858000"/>
              <a:gd name="connsiteX92" fmla="*/ 5002941 w 6096000"/>
              <a:gd name="connsiteY92" fmla="*/ 3151828 h 6858000"/>
              <a:gd name="connsiteX93" fmla="*/ 5002883 w 6096000"/>
              <a:gd name="connsiteY93" fmla="*/ 3180546 h 6858000"/>
              <a:gd name="connsiteX94" fmla="*/ 5016711 w 6096000"/>
              <a:gd name="connsiteY94" fmla="*/ 3258677 h 6858000"/>
              <a:gd name="connsiteX95" fmla="*/ 5017918 w 6096000"/>
              <a:gd name="connsiteY95" fmla="*/ 3262610 h 6858000"/>
              <a:gd name="connsiteX96" fmla="*/ 5011672 w 6096000"/>
              <a:gd name="connsiteY96" fmla="*/ 3277179 h 6858000"/>
              <a:gd name="connsiteX97" fmla="*/ 5009344 w 6096000"/>
              <a:gd name="connsiteY97" fmla="*/ 3278130 h 6858000"/>
              <a:gd name="connsiteX98" fmla="*/ 5026770 w 6096000"/>
              <a:gd name="connsiteY98" fmla="*/ 3325671 h 6858000"/>
              <a:gd name="connsiteX99" fmla="*/ 5024571 w 6096000"/>
              <a:gd name="connsiteY99" fmla="*/ 3332072 h 6858000"/>
              <a:gd name="connsiteX100" fmla="*/ 5041705 w 6096000"/>
              <a:gd name="connsiteY100" fmla="*/ 3362948 h 6858000"/>
              <a:gd name="connsiteX101" fmla="*/ 5047477 w 6096000"/>
              <a:gd name="connsiteY101" fmla="*/ 3378959 h 6858000"/>
              <a:gd name="connsiteX102" fmla="*/ 5060758 w 6096000"/>
              <a:gd name="connsiteY102" fmla="*/ 3407057 h 6858000"/>
              <a:gd name="connsiteX103" fmla="*/ 5058968 w 6096000"/>
              <a:gd name="connsiteY103" fmla="*/ 3409825 h 6858000"/>
              <a:gd name="connsiteX104" fmla="*/ 5062667 w 6096000"/>
              <a:gd name="connsiteY104" fmla="*/ 3415218 h 6858000"/>
              <a:gd name="connsiteX105" fmla="*/ 5060928 w 6096000"/>
              <a:gd name="connsiteY105" fmla="*/ 3419880 h 6858000"/>
              <a:gd name="connsiteX106" fmla="*/ 5062923 w 6096000"/>
              <a:gd name="connsiteY106" fmla="*/ 3424545 h 6858000"/>
              <a:gd name="connsiteX107" fmla="*/ 5064623 w 6096000"/>
              <a:gd name="connsiteY107" fmla="*/ 3476412 h 6858000"/>
              <a:gd name="connsiteX108" fmla="*/ 5069684 w 6096000"/>
              <a:gd name="connsiteY108" fmla="*/ 3486850 h 6858000"/>
              <a:gd name="connsiteX109" fmla="*/ 5063339 w 6096000"/>
              <a:gd name="connsiteY109" fmla="*/ 3496391 h 6858000"/>
              <a:gd name="connsiteX110" fmla="*/ 5070139 w 6096000"/>
              <a:gd name="connsiteY110" fmla="*/ 3531201 h 6858000"/>
              <a:gd name="connsiteX111" fmla="*/ 5079896 w 6096000"/>
              <a:gd name="connsiteY111" fmla="*/ 3542019 h 6858000"/>
              <a:gd name="connsiteX112" fmla="*/ 5087540 w 6096000"/>
              <a:gd name="connsiteY112" fmla="*/ 3552249 h 6858000"/>
              <a:gd name="connsiteX113" fmla="*/ 5087902 w 6096000"/>
              <a:gd name="connsiteY113" fmla="*/ 3553678 h 6858000"/>
              <a:gd name="connsiteX114" fmla="*/ 5091509 w 6096000"/>
              <a:gd name="connsiteY114" fmla="*/ 3568021 h 6858000"/>
              <a:gd name="connsiteX115" fmla="*/ 5091934 w 6096000"/>
              <a:gd name="connsiteY115" fmla="*/ 3569719 h 6858000"/>
              <a:gd name="connsiteX116" fmla="*/ 5089362 w 6096000"/>
              <a:gd name="connsiteY116" fmla="*/ 3586412 h 6858000"/>
              <a:gd name="connsiteX117" fmla="*/ 5092358 w 6096000"/>
              <a:gd name="connsiteY117" fmla="*/ 3597336 h 6858000"/>
              <a:gd name="connsiteX118" fmla="*/ 5084254 w 6096000"/>
              <a:gd name="connsiteY118" fmla="*/ 3606007 h 6858000"/>
              <a:gd name="connsiteX119" fmla="*/ 5084281 w 6096000"/>
              <a:gd name="connsiteY119" fmla="*/ 3641228 h 6858000"/>
              <a:gd name="connsiteX120" fmla="*/ 5091848 w 6096000"/>
              <a:gd name="connsiteY120" fmla="*/ 3653088 h 6858000"/>
              <a:gd name="connsiteX121" fmla="*/ 5097436 w 6096000"/>
              <a:gd name="connsiteY121" fmla="*/ 3664114 h 6858000"/>
              <a:gd name="connsiteX122" fmla="*/ 5097518 w 6096000"/>
              <a:gd name="connsiteY122" fmla="*/ 3665569 h 6858000"/>
              <a:gd name="connsiteX123" fmla="*/ 5099829 w 6096000"/>
              <a:gd name="connsiteY123" fmla="*/ 3707357 h 6858000"/>
              <a:gd name="connsiteX124" fmla="*/ 5114696 w 6096000"/>
              <a:gd name="connsiteY124" fmla="*/ 3778166 h 6858000"/>
              <a:gd name="connsiteX125" fmla="*/ 5135379 w 6096000"/>
              <a:gd name="connsiteY125" fmla="*/ 3878222 h 6858000"/>
              <a:gd name="connsiteX126" fmla="*/ 5130138 w 6096000"/>
              <a:gd name="connsiteY126" fmla="*/ 4048117 h 6858000"/>
              <a:gd name="connsiteX127" fmla="*/ 5090040 w 6096000"/>
              <a:gd name="connsiteY127" fmla="*/ 4219510 h 6858000"/>
              <a:gd name="connsiteX128" fmla="*/ 5092812 w 6096000"/>
              <a:gd name="connsiteY128" fmla="*/ 4411258 h 6858000"/>
              <a:gd name="connsiteX129" fmla="*/ 5084599 w 6096000"/>
              <a:gd name="connsiteY129" fmla="*/ 4488531 h 6858000"/>
              <a:gd name="connsiteX130" fmla="*/ 5084072 w 6096000"/>
              <a:gd name="connsiteY130" fmla="*/ 4539168 h 6858000"/>
              <a:gd name="connsiteX131" fmla="*/ 5068936 w 6096000"/>
              <a:gd name="connsiteY131" fmla="*/ 4625153 h 6858000"/>
              <a:gd name="connsiteX132" fmla="*/ 5059114 w 6096000"/>
              <a:gd name="connsiteY132" fmla="*/ 4733115 h 6858000"/>
              <a:gd name="connsiteX133" fmla="*/ 5037209 w 6096000"/>
              <a:gd name="connsiteY133" fmla="*/ 4844323 h 6858000"/>
              <a:gd name="connsiteX134" fmla="*/ 5020638 w 6096000"/>
              <a:gd name="connsiteY134" fmla="*/ 4877992 h 6858000"/>
              <a:gd name="connsiteX135" fmla="*/ 5006413 w 6096000"/>
              <a:gd name="connsiteY135" fmla="*/ 4925805 h 6858000"/>
              <a:gd name="connsiteX136" fmla="*/ 4971037 w 6096000"/>
              <a:gd name="connsiteY136" fmla="*/ 5009272 h 6858000"/>
              <a:gd name="connsiteX137" fmla="*/ 4963105 w 6096000"/>
              <a:gd name="connsiteY137" fmla="*/ 5111369 h 6858000"/>
              <a:gd name="connsiteX138" fmla="*/ 4976341 w 6096000"/>
              <a:gd name="connsiteY138" fmla="*/ 5210876 h 6858000"/>
              <a:gd name="connsiteX139" fmla="*/ 4980617 w 6096000"/>
              <a:gd name="connsiteY139" fmla="*/ 5269726 h 6858000"/>
              <a:gd name="connsiteX140" fmla="*/ 4997733 w 6096000"/>
              <a:gd name="connsiteY140" fmla="*/ 5464225 h 6858000"/>
              <a:gd name="connsiteX141" fmla="*/ 5001400 w 6096000"/>
              <a:gd name="connsiteY141" fmla="*/ 5594585 h 6858000"/>
              <a:gd name="connsiteX142" fmla="*/ 4983700 w 6096000"/>
              <a:gd name="connsiteY142" fmla="*/ 5667896 h 6858000"/>
              <a:gd name="connsiteX143" fmla="*/ 4968506 w 6096000"/>
              <a:gd name="connsiteY143" fmla="*/ 5769225 h 6858000"/>
              <a:gd name="connsiteX144" fmla="*/ 4969765 w 6096000"/>
              <a:gd name="connsiteY144" fmla="*/ 5823324 h 6858000"/>
              <a:gd name="connsiteX145" fmla="*/ 4966129 w 6096000"/>
              <a:gd name="connsiteY145" fmla="*/ 5862699 h 6858000"/>
              <a:gd name="connsiteX146" fmla="*/ 4970695 w 6096000"/>
              <a:gd name="connsiteY146" fmla="*/ 5906467 h 6858000"/>
              <a:gd name="connsiteX147" fmla="*/ 4991568 w 6096000"/>
              <a:gd name="connsiteY147" fmla="*/ 5939847 h 6858000"/>
              <a:gd name="connsiteX148" fmla="*/ 4986815 w 6096000"/>
              <a:gd name="connsiteY148" fmla="*/ 5973994 h 6858000"/>
              <a:gd name="connsiteX149" fmla="*/ 4987776 w 6096000"/>
              <a:gd name="connsiteY149" fmla="*/ 6089693 h 6858000"/>
              <a:gd name="connsiteX150" fmla="*/ 4991621 w 6096000"/>
              <a:gd name="connsiteY150" fmla="*/ 6224938 h 6858000"/>
              <a:gd name="connsiteX151" fmla="*/ 5017157 w 6096000"/>
              <a:gd name="connsiteY151" fmla="*/ 6370251 h 6858000"/>
              <a:gd name="connsiteX152" fmla="*/ 5040797 w 6096000"/>
              <a:gd name="connsiteY152" fmla="*/ 6541313 h 6858000"/>
              <a:gd name="connsiteX153" fmla="*/ 5045375 w 6096000"/>
              <a:gd name="connsiteY153" fmla="*/ 6640957 h 6858000"/>
              <a:gd name="connsiteX154" fmla="*/ 5058442 w 6096000"/>
              <a:gd name="connsiteY154" fmla="*/ 6705297 h 6858000"/>
              <a:gd name="connsiteX155" fmla="*/ 5071125 w 6096000"/>
              <a:gd name="connsiteY155" fmla="*/ 6759582 h 6858000"/>
              <a:gd name="connsiteX156" fmla="*/ 5069172 w 6096000"/>
              <a:gd name="connsiteY156" fmla="*/ 6817746 h 6858000"/>
              <a:gd name="connsiteX157" fmla="*/ 5072322 w 6096000"/>
              <a:gd name="connsiteY157" fmla="*/ 6843646 h 6858000"/>
              <a:gd name="connsiteX158" fmla="*/ 5091388 w 6096000"/>
              <a:gd name="connsiteY158" fmla="*/ 6857998 h 6858000"/>
              <a:gd name="connsiteX159" fmla="*/ 6096000 w 6096000"/>
              <a:gd name="connsiteY159" fmla="*/ 6857998 h 6858000"/>
              <a:gd name="connsiteX160" fmla="*/ 6096000 w 6096000"/>
              <a:gd name="connsiteY160" fmla="*/ 6858000 h 6858000"/>
              <a:gd name="connsiteX161" fmla="*/ 0 w 6096000"/>
              <a:gd name="connsiteY16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6096000" h="6858000">
                <a:moveTo>
                  <a:pt x="0" y="0"/>
                </a:moveTo>
                <a:lnTo>
                  <a:pt x="5567517" y="0"/>
                </a:lnTo>
                <a:lnTo>
                  <a:pt x="5566938" y="1705"/>
                </a:lnTo>
                <a:cubicBezTo>
                  <a:pt x="5563126" y="8440"/>
                  <a:pt x="5558112" y="13784"/>
                  <a:pt x="5551594" y="17287"/>
                </a:cubicBezTo>
                <a:cubicBezTo>
                  <a:pt x="5562364" y="82036"/>
                  <a:pt x="5510349" y="69804"/>
                  <a:pt x="5545641" y="130336"/>
                </a:cubicBezTo>
                <a:cubicBezTo>
                  <a:pt x="5526953" y="117589"/>
                  <a:pt x="5536978" y="162458"/>
                  <a:pt x="5538289" y="187093"/>
                </a:cubicBezTo>
                <a:cubicBezTo>
                  <a:pt x="5536205" y="226511"/>
                  <a:pt x="5545722" y="205530"/>
                  <a:pt x="5545790" y="265704"/>
                </a:cubicBezTo>
                <a:cubicBezTo>
                  <a:pt x="5542296" y="317533"/>
                  <a:pt x="5543813" y="325288"/>
                  <a:pt x="5542313" y="354566"/>
                </a:cubicBezTo>
                <a:lnTo>
                  <a:pt x="5524126" y="472000"/>
                </a:lnTo>
                <a:lnTo>
                  <a:pt x="5522170" y="473782"/>
                </a:lnTo>
                <a:cubicBezTo>
                  <a:pt x="5517847" y="482008"/>
                  <a:pt x="5518682" y="487340"/>
                  <a:pt x="5521798" y="491380"/>
                </a:cubicBezTo>
                <a:lnTo>
                  <a:pt x="5536419" y="531675"/>
                </a:lnTo>
                <a:lnTo>
                  <a:pt x="5533435" y="536015"/>
                </a:lnTo>
                <a:lnTo>
                  <a:pt x="5538088" y="572092"/>
                </a:lnTo>
                <a:lnTo>
                  <a:pt x="5536061" y="572511"/>
                </a:lnTo>
                <a:cubicBezTo>
                  <a:pt x="5531611" y="574271"/>
                  <a:pt x="5528529" y="577121"/>
                  <a:pt x="5528218" y="582332"/>
                </a:cubicBezTo>
                <a:cubicBezTo>
                  <a:pt x="5498002" y="573171"/>
                  <a:pt x="5516262" y="585107"/>
                  <a:pt x="5518011" y="601285"/>
                </a:cubicBezTo>
                <a:cubicBezTo>
                  <a:pt x="5508838" y="617831"/>
                  <a:pt x="5480684" y="666964"/>
                  <a:pt x="5473174" y="681608"/>
                </a:cubicBezTo>
                <a:cubicBezTo>
                  <a:pt x="5473102" y="684122"/>
                  <a:pt x="5473033" y="686637"/>
                  <a:pt x="5472963" y="689151"/>
                </a:cubicBezTo>
                <a:lnTo>
                  <a:pt x="5472485" y="689289"/>
                </a:lnTo>
                <a:cubicBezTo>
                  <a:pt x="5471434" y="690905"/>
                  <a:pt x="5470986" y="693376"/>
                  <a:pt x="5471326" y="697222"/>
                </a:cubicBezTo>
                <a:cubicBezTo>
                  <a:pt x="5471606" y="703992"/>
                  <a:pt x="5471884" y="710761"/>
                  <a:pt x="5472164" y="717531"/>
                </a:cubicBezTo>
                <a:lnTo>
                  <a:pt x="5468891" y="722494"/>
                </a:lnTo>
                <a:lnTo>
                  <a:pt x="5463081" y="724368"/>
                </a:lnTo>
                <a:lnTo>
                  <a:pt x="5446981" y="752692"/>
                </a:lnTo>
                <a:cubicBezTo>
                  <a:pt x="5454691" y="764380"/>
                  <a:pt x="5422719" y="808083"/>
                  <a:pt x="5417190" y="816346"/>
                </a:cubicBezTo>
                <a:lnTo>
                  <a:pt x="5388958" y="889417"/>
                </a:lnTo>
                <a:cubicBezTo>
                  <a:pt x="5320491" y="969963"/>
                  <a:pt x="5321907" y="1005331"/>
                  <a:pt x="5307044" y="1063288"/>
                </a:cubicBezTo>
                <a:cubicBezTo>
                  <a:pt x="5313332" y="1111028"/>
                  <a:pt x="5317096" y="1110140"/>
                  <a:pt x="5303837" y="1157176"/>
                </a:cubicBezTo>
                <a:cubicBezTo>
                  <a:pt x="5301103" y="1192124"/>
                  <a:pt x="5301884" y="1197232"/>
                  <a:pt x="5286494" y="1210776"/>
                </a:cubicBezTo>
                <a:lnTo>
                  <a:pt x="5282463" y="1301993"/>
                </a:lnTo>
                <a:lnTo>
                  <a:pt x="5252235" y="1360879"/>
                </a:lnTo>
                <a:lnTo>
                  <a:pt x="5244497" y="1404045"/>
                </a:lnTo>
                <a:lnTo>
                  <a:pt x="5223823" y="1429568"/>
                </a:lnTo>
                <a:lnTo>
                  <a:pt x="5224851" y="1430305"/>
                </a:lnTo>
                <a:cubicBezTo>
                  <a:pt x="5226697" y="1432466"/>
                  <a:pt x="5214738" y="1459891"/>
                  <a:pt x="5212394" y="1463304"/>
                </a:cubicBezTo>
                <a:cubicBezTo>
                  <a:pt x="5209912" y="1477394"/>
                  <a:pt x="5213027" y="1501295"/>
                  <a:pt x="5209958" y="1514846"/>
                </a:cubicBezTo>
                <a:lnTo>
                  <a:pt x="5206417" y="1519731"/>
                </a:lnTo>
                <a:lnTo>
                  <a:pt x="5206640" y="1519929"/>
                </a:lnTo>
                <a:cubicBezTo>
                  <a:pt x="5206490" y="1521210"/>
                  <a:pt x="5209710" y="1543635"/>
                  <a:pt x="5207632" y="1546022"/>
                </a:cubicBezTo>
                <a:lnTo>
                  <a:pt x="5212030" y="1578752"/>
                </a:lnTo>
                <a:cubicBezTo>
                  <a:pt x="5206147" y="1605585"/>
                  <a:pt x="5226381" y="1622803"/>
                  <a:pt x="5203533" y="1647555"/>
                </a:cubicBezTo>
                <a:cubicBezTo>
                  <a:pt x="5198128" y="1672675"/>
                  <a:pt x="5203213" y="1694404"/>
                  <a:pt x="5190877" y="1715685"/>
                </a:cubicBezTo>
                <a:cubicBezTo>
                  <a:pt x="5196815" y="1724301"/>
                  <a:pt x="5198098" y="1732435"/>
                  <a:pt x="5184235" y="1740358"/>
                </a:cubicBezTo>
                <a:cubicBezTo>
                  <a:pt x="5182625" y="1763793"/>
                  <a:pt x="5198368" y="1769422"/>
                  <a:pt x="5181475" y="1784314"/>
                </a:cubicBezTo>
                <a:cubicBezTo>
                  <a:pt x="5205987" y="1797417"/>
                  <a:pt x="5195246" y="1798221"/>
                  <a:pt x="5185845" y="1804434"/>
                </a:cubicBezTo>
                <a:lnTo>
                  <a:pt x="5185068" y="1805316"/>
                </a:lnTo>
                <a:lnTo>
                  <a:pt x="5188593" y="1807109"/>
                </a:lnTo>
                <a:lnTo>
                  <a:pt x="5185920" y="1821003"/>
                </a:lnTo>
                <a:lnTo>
                  <a:pt x="5183543" y="1824832"/>
                </a:lnTo>
                <a:cubicBezTo>
                  <a:pt x="5182284" y="1827468"/>
                  <a:pt x="5181937" y="1829219"/>
                  <a:pt x="5182235" y="1830429"/>
                </a:cubicBezTo>
                <a:lnTo>
                  <a:pt x="5182525" y="1830569"/>
                </a:lnTo>
                <a:lnTo>
                  <a:pt x="5180663" y="1835810"/>
                </a:lnTo>
                <a:cubicBezTo>
                  <a:pt x="5176779" y="1844665"/>
                  <a:pt x="5172297" y="1853278"/>
                  <a:pt x="5167452" y="1861483"/>
                </a:cubicBezTo>
                <a:cubicBezTo>
                  <a:pt x="5179827" y="1866643"/>
                  <a:pt x="5166788" y="1884999"/>
                  <a:pt x="5174266" y="1892417"/>
                </a:cubicBezTo>
                <a:lnTo>
                  <a:pt x="5189262" y="1895114"/>
                </a:lnTo>
                <a:lnTo>
                  <a:pt x="5187100" y="1899379"/>
                </a:lnTo>
                <a:lnTo>
                  <a:pt x="5180471" y="1907867"/>
                </a:lnTo>
                <a:cubicBezTo>
                  <a:pt x="5179609" y="1909162"/>
                  <a:pt x="5179647" y="1909994"/>
                  <a:pt x="5181361" y="1910265"/>
                </a:cubicBezTo>
                <a:cubicBezTo>
                  <a:pt x="5180995" y="1914884"/>
                  <a:pt x="5177893" y="1930292"/>
                  <a:pt x="5178268" y="1935584"/>
                </a:cubicBezTo>
                <a:lnTo>
                  <a:pt x="5183619" y="1942021"/>
                </a:lnTo>
                <a:lnTo>
                  <a:pt x="5184480" y="1945112"/>
                </a:lnTo>
                <a:lnTo>
                  <a:pt x="5172776" y="1961162"/>
                </a:lnTo>
                <a:lnTo>
                  <a:pt x="5168513" y="1969445"/>
                </a:lnTo>
                <a:lnTo>
                  <a:pt x="5126597" y="2024270"/>
                </a:lnTo>
                <a:lnTo>
                  <a:pt x="5119528" y="2107942"/>
                </a:lnTo>
                <a:cubicBezTo>
                  <a:pt x="5089290" y="2138038"/>
                  <a:pt x="5110415" y="2159228"/>
                  <a:pt x="5110356" y="2193455"/>
                </a:cubicBezTo>
                <a:cubicBezTo>
                  <a:pt x="5101302" y="2220953"/>
                  <a:pt x="5110381" y="2224200"/>
                  <a:pt x="5104992" y="2260088"/>
                </a:cubicBezTo>
                <a:cubicBezTo>
                  <a:pt x="5096504" y="2291744"/>
                  <a:pt x="5078225" y="2299003"/>
                  <a:pt x="5059439" y="2335735"/>
                </a:cubicBezTo>
                <a:cubicBezTo>
                  <a:pt x="5029465" y="2329020"/>
                  <a:pt x="5058046" y="2407546"/>
                  <a:pt x="5022061" y="2408995"/>
                </a:cubicBezTo>
                <a:cubicBezTo>
                  <a:pt x="5023289" y="2413465"/>
                  <a:pt x="5019654" y="2441580"/>
                  <a:pt x="5022253" y="2445869"/>
                </a:cubicBezTo>
                <a:cubicBezTo>
                  <a:pt x="5022440" y="2449625"/>
                  <a:pt x="5011241" y="2492743"/>
                  <a:pt x="5011426" y="2496499"/>
                </a:cubicBezTo>
                <a:lnTo>
                  <a:pt x="4994224" y="2549900"/>
                </a:lnTo>
                <a:cubicBezTo>
                  <a:pt x="4992353" y="2564757"/>
                  <a:pt x="4998952" y="2582253"/>
                  <a:pt x="4995245" y="2596456"/>
                </a:cubicBezTo>
                <a:lnTo>
                  <a:pt x="4988570" y="2606088"/>
                </a:lnTo>
                <a:cubicBezTo>
                  <a:pt x="4988504" y="2615842"/>
                  <a:pt x="4988436" y="2625597"/>
                  <a:pt x="4988371" y="2635351"/>
                </a:cubicBezTo>
                <a:lnTo>
                  <a:pt x="4983212" y="2665666"/>
                </a:lnTo>
                <a:lnTo>
                  <a:pt x="4968234" y="2715895"/>
                </a:lnTo>
                <a:lnTo>
                  <a:pt x="4975888" y="2725052"/>
                </a:lnTo>
                <a:lnTo>
                  <a:pt x="4980195" y="2726489"/>
                </a:lnTo>
                <a:lnTo>
                  <a:pt x="4976218" y="2740278"/>
                </a:lnTo>
                <a:lnTo>
                  <a:pt x="4980571" y="2751112"/>
                </a:lnTo>
                <a:lnTo>
                  <a:pt x="4973893" y="2760208"/>
                </a:lnTo>
                <a:lnTo>
                  <a:pt x="4979005" y="2790136"/>
                </a:lnTo>
                <a:lnTo>
                  <a:pt x="4986137" y="2804183"/>
                </a:lnTo>
                <a:cubicBezTo>
                  <a:pt x="4986150" y="2811409"/>
                  <a:pt x="4986162" y="2818634"/>
                  <a:pt x="4986175" y="2825860"/>
                </a:cubicBezTo>
                <a:cubicBezTo>
                  <a:pt x="4987474" y="2843788"/>
                  <a:pt x="4992871" y="2886513"/>
                  <a:pt x="4993936" y="2911749"/>
                </a:cubicBezTo>
                <a:cubicBezTo>
                  <a:pt x="4993313" y="2946689"/>
                  <a:pt x="4980300" y="2954448"/>
                  <a:pt x="4992563" y="2977278"/>
                </a:cubicBezTo>
                <a:cubicBezTo>
                  <a:pt x="4985688" y="2983455"/>
                  <a:pt x="4982051" y="2987749"/>
                  <a:pt x="4980516" y="2991092"/>
                </a:cubicBezTo>
                <a:cubicBezTo>
                  <a:pt x="4975910" y="3001119"/>
                  <a:pt x="4990216" y="3002537"/>
                  <a:pt x="4992801" y="3020247"/>
                </a:cubicBezTo>
                <a:cubicBezTo>
                  <a:pt x="4998517" y="3032637"/>
                  <a:pt x="5013148" y="3051512"/>
                  <a:pt x="5014805" y="3065434"/>
                </a:cubicBezTo>
                <a:cubicBezTo>
                  <a:pt x="4998836" y="3057428"/>
                  <a:pt x="5016840" y="3105196"/>
                  <a:pt x="5002733" y="3103777"/>
                </a:cubicBezTo>
                <a:cubicBezTo>
                  <a:pt x="5022381" y="3124610"/>
                  <a:pt x="4997365" y="3128169"/>
                  <a:pt x="5002941" y="3151828"/>
                </a:cubicBezTo>
                <a:cubicBezTo>
                  <a:pt x="5010264" y="3163902"/>
                  <a:pt x="5011356" y="3171780"/>
                  <a:pt x="5002883" y="3180546"/>
                </a:cubicBezTo>
                <a:cubicBezTo>
                  <a:pt x="5038586" y="3236545"/>
                  <a:pt x="5003723" y="3210316"/>
                  <a:pt x="5016711" y="3258677"/>
                </a:cubicBezTo>
                <a:lnTo>
                  <a:pt x="5017918" y="3262610"/>
                </a:lnTo>
                <a:lnTo>
                  <a:pt x="5011672" y="3277179"/>
                </a:lnTo>
                <a:lnTo>
                  <a:pt x="5009344" y="3278130"/>
                </a:lnTo>
                <a:lnTo>
                  <a:pt x="5026770" y="3325671"/>
                </a:lnTo>
                <a:lnTo>
                  <a:pt x="5024571" y="3332072"/>
                </a:lnTo>
                <a:lnTo>
                  <a:pt x="5041705" y="3362948"/>
                </a:lnTo>
                <a:lnTo>
                  <a:pt x="5047477" y="3378959"/>
                </a:lnTo>
                <a:lnTo>
                  <a:pt x="5060758" y="3407057"/>
                </a:lnTo>
                <a:lnTo>
                  <a:pt x="5058968" y="3409825"/>
                </a:lnTo>
                <a:lnTo>
                  <a:pt x="5062667" y="3415218"/>
                </a:lnTo>
                <a:lnTo>
                  <a:pt x="5060928" y="3419880"/>
                </a:lnTo>
                <a:lnTo>
                  <a:pt x="5062923" y="3424545"/>
                </a:lnTo>
                <a:cubicBezTo>
                  <a:pt x="5063537" y="3433967"/>
                  <a:pt x="5063494" y="3466028"/>
                  <a:pt x="5064623" y="3476412"/>
                </a:cubicBezTo>
                <a:lnTo>
                  <a:pt x="5069684" y="3486850"/>
                </a:lnTo>
                <a:lnTo>
                  <a:pt x="5063339" y="3496391"/>
                </a:lnTo>
                <a:lnTo>
                  <a:pt x="5070139" y="3531201"/>
                </a:lnTo>
                <a:lnTo>
                  <a:pt x="5079896" y="3542019"/>
                </a:lnTo>
                <a:lnTo>
                  <a:pt x="5087540" y="3552249"/>
                </a:lnTo>
                <a:lnTo>
                  <a:pt x="5087902" y="3553678"/>
                </a:lnTo>
                <a:lnTo>
                  <a:pt x="5091509" y="3568021"/>
                </a:lnTo>
                <a:lnTo>
                  <a:pt x="5091934" y="3569719"/>
                </a:lnTo>
                <a:lnTo>
                  <a:pt x="5089362" y="3586412"/>
                </a:lnTo>
                <a:lnTo>
                  <a:pt x="5092358" y="3597336"/>
                </a:lnTo>
                <a:lnTo>
                  <a:pt x="5084254" y="3606007"/>
                </a:lnTo>
                <a:cubicBezTo>
                  <a:pt x="5084262" y="3617747"/>
                  <a:pt x="5084273" y="3629488"/>
                  <a:pt x="5084281" y="3641228"/>
                </a:cubicBezTo>
                <a:lnTo>
                  <a:pt x="5091848" y="3653088"/>
                </a:lnTo>
                <a:lnTo>
                  <a:pt x="5097436" y="3664114"/>
                </a:lnTo>
                <a:cubicBezTo>
                  <a:pt x="5097463" y="3664599"/>
                  <a:pt x="5097491" y="3665084"/>
                  <a:pt x="5097518" y="3665569"/>
                </a:cubicBezTo>
                <a:cubicBezTo>
                  <a:pt x="5097915" y="3672776"/>
                  <a:pt x="5096966" y="3688591"/>
                  <a:pt x="5099829" y="3707357"/>
                </a:cubicBezTo>
                <a:cubicBezTo>
                  <a:pt x="5100505" y="3724716"/>
                  <a:pt x="5118078" y="3760234"/>
                  <a:pt x="5114696" y="3778166"/>
                </a:cubicBezTo>
                <a:cubicBezTo>
                  <a:pt x="5141627" y="3845122"/>
                  <a:pt x="5125427" y="3821305"/>
                  <a:pt x="5135379" y="3878222"/>
                </a:cubicBezTo>
                <a:cubicBezTo>
                  <a:pt x="5161519" y="3905047"/>
                  <a:pt x="5125417" y="4015047"/>
                  <a:pt x="5130138" y="4048117"/>
                </a:cubicBezTo>
                <a:cubicBezTo>
                  <a:pt x="5081804" y="4192084"/>
                  <a:pt x="5096262" y="4158987"/>
                  <a:pt x="5090040" y="4219510"/>
                </a:cubicBezTo>
                <a:cubicBezTo>
                  <a:pt x="5104553" y="4280033"/>
                  <a:pt x="5065380" y="4345686"/>
                  <a:pt x="5092812" y="4411258"/>
                </a:cubicBezTo>
                <a:cubicBezTo>
                  <a:pt x="5090630" y="4437329"/>
                  <a:pt x="5083878" y="4473140"/>
                  <a:pt x="5084599" y="4488531"/>
                </a:cubicBezTo>
                <a:cubicBezTo>
                  <a:pt x="5084423" y="4505410"/>
                  <a:pt x="5084248" y="4522289"/>
                  <a:pt x="5084072" y="4539168"/>
                </a:cubicBezTo>
                <a:cubicBezTo>
                  <a:pt x="5072114" y="4567830"/>
                  <a:pt x="5064305" y="4588197"/>
                  <a:pt x="5068936" y="4625153"/>
                </a:cubicBezTo>
                <a:cubicBezTo>
                  <a:pt x="5077433" y="4662889"/>
                  <a:pt x="5065899" y="4679357"/>
                  <a:pt x="5059114" y="4733115"/>
                </a:cubicBezTo>
                <a:cubicBezTo>
                  <a:pt x="5068687" y="4752352"/>
                  <a:pt x="5055370" y="4832308"/>
                  <a:pt x="5037209" y="4844323"/>
                </a:cubicBezTo>
                <a:cubicBezTo>
                  <a:pt x="5033444" y="4857054"/>
                  <a:pt x="5040194" y="4871554"/>
                  <a:pt x="5020638" y="4877992"/>
                </a:cubicBezTo>
                <a:cubicBezTo>
                  <a:pt x="4997151" y="4888353"/>
                  <a:pt x="5034418" y="4931200"/>
                  <a:pt x="5006413" y="4925805"/>
                </a:cubicBezTo>
                <a:cubicBezTo>
                  <a:pt x="5031964" y="4956261"/>
                  <a:pt x="4982840" y="4982633"/>
                  <a:pt x="4971037" y="5009272"/>
                </a:cubicBezTo>
                <a:cubicBezTo>
                  <a:pt x="4973259" y="5034036"/>
                  <a:pt x="4968375" y="5053859"/>
                  <a:pt x="4963105" y="5111369"/>
                </a:cubicBezTo>
                <a:cubicBezTo>
                  <a:pt x="4973224" y="5141336"/>
                  <a:pt x="4937413" y="5161742"/>
                  <a:pt x="4976341" y="5210876"/>
                </a:cubicBezTo>
                <a:cubicBezTo>
                  <a:pt x="4972455" y="5212581"/>
                  <a:pt x="4977054" y="5227501"/>
                  <a:pt x="4980617" y="5269726"/>
                </a:cubicBezTo>
                <a:cubicBezTo>
                  <a:pt x="4984182" y="5311951"/>
                  <a:pt x="4990390" y="5400671"/>
                  <a:pt x="4997733" y="5464225"/>
                </a:cubicBezTo>
                <a:cubicBezTo>
                  <a:pt x="5001765" y="5536542"/>
                  <a:pt x="4990225" y="5517959"/>
                  <a:pt x="5001400" y="5594585"/>
                </a:cubicBezTo>
                <a:cubicBezTo>
                  <a:pt x="4999908" y="5619318"/>
                  <a:pt x="4974042" y="5647975"/>
                  <a:pt x="4983700" y="5667896"/>
                </a:cubicBezTo>
                <a:cubicBezTo>
                  <a:pt x="4976834" y="5696311"/>
                  <a:pt x="4975579" y="5738356"/>
                  <a:pt x="4968506" y="5769225"/>
                </a:cubicBezTo>
                <a:cubicBezTo>
                  <a:pt x="4968926" y="5787258"/>
                  <a:pt x="4969344" y="5805291"/>
                  <a:pt x="4969765" y="5823324"/>
                </a:cubicBezTo>
                <a:cubicBezTo>
                  <a:pt x="4966122" y="5853058"/>
                  <a:pt x="4965608" y="5838948"/>
                  <a:pt x="4966129" y="5862699"/>
                </a:cubicBezTo>
                <a:lnTo>
                  <a:pt x="4970695" y="5906467"/>
                </a:lnTo>
                <a:lnTo>
                  <a:pt x="4991568" y="5939847"/>
                </a:lnTo>
                <a:cubicBezTo>
                  <a:pt x="4998848" y="5955713"/>
                  <a:pt x="4974731" y="5940131"/>
                  <a:pt x="4986815" y="5973994"/>
                </a:cubicBezTo>
                <a:cubicBezTo>
                  <a:pt x="4961187" y="5997051"/>
                  <a:pt x="4983444" y="6032039"/>
                  <a:pt x="4987776" y="6089693"/>
                </a:cubicBezTo>
                <a:lnTo>
                  <a:pt x="4991621" y="6224938"/>
                </a:lnTo>
                <a:cubicBezTo>
                  <a:pt x="4988442" y="6270972"/>
                  <a:pt x="5008962" y="6317522"/>
                  <a:pt x="5017157" y="6370251"/>
                </a:cubicBezTo>
                <a:cubicBezTo>
                  <a:pt x="5025353" y="6422980"/>
                  <a:pt x="5039938" y="6490855"/>
                  <a:pt x="5040797" y="6541313"/>
                </a:cubicBezTo>
                <a:cubicBezTo>
                  <a:pt x="5039898" y="6576319"/>
                  <a:pt x="5031912" y="6591883"/>
                  <a:pt x="5045375" y="6640957"/>
                </a:cubicBezTo>
                <a:cubicBezTo>
                  <a:pt x="5057505" y="6669536"/>
                  <a:pt x="5052276" y="6675394"/>
                  <a:pt x="5058442" y="6705297"/>
                </a:cubicBezTo>
                <a:cubicBezTo>
                  <a:pt x="5057367" y="6727133"/>
                  <a:pt x="5067901" y="6732087"/>
                  <a:pt x="5071125" y="6759582"/>
                </a:cubicBezTo>
                <a:cubicBezTo>
                  <a:pt x="5055614" y="6796071"/>
                  <a:pt x="5051656" y="6769544"/>
                  <a:pt x="5069172" y="6817746"/>
                </a:cubicBezTo>
                <a:cubicBezTo>
                  <a:pt x="5060956" y="6828354"/>
                  <a:pt x="5064525" y="6836369"/>
                  <a:pt x="5072322" y="6843646"/>
                </a:cubicBezTo>
                <a:lnTo>
                  <a:pt x="5091388" y="6857998"/>
                </a:lnTo>
                <a:lnTo>
                  <a:pt x="6096000" y="6857998"/>
                </a:lnTo>
                <a:lnTo>
                  <a:pt x="6096000"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9CE5504-5476-50E1-7AAF-3C5E510D8B94}"/>
              </a:ext>
            </a:extLst>
          </p:cNvPr>
          <p:cNvSpPr>
            <a:spLocks noGrp="1"/>
          </p:cNvSpPr>
          <p:nvPr>
            <p:ph type="title"/>
          </p:nvPr>
        </p:nvSpPr>
        <p:spPr>
          <a:xfrm>
            <a:off x="838200" y="609600"/>
            <a:ext cx="9605303" cy="1330839"/>
          </a:xfrm>
        </p:spPr>
        <p:txBody>
          <a:bodyPr>
            <a:normAutofit/>
          </a:bodyPr>
          <a:lstStyle/>
          <a:p>
            <a:r>
              <a:rPr lang="en-US" dirty="0"/>
              <a:t>Python Operators</a:t>
            </a:r>
          </a:p>
        </p:txBody>
      </p:sp>
      <p:sp>
        <p:nvSpPr>
          <p:cNvPr id="3" name="Content Placeholder 2">
            <a:extLst>
              <a:ext uri="{FF2B5EF4-FFF2-40B4-BE49-F238E27FC236}">
                <a16:creationId xmlns:a16="http://schemas.microsoft.com/office/drawing/2014/main" id="{F232724B-90E2-3EA5-37A9-8457D0A9F036}"/>
              </a:ext>
            </a:extLst>
          </p:cNvPr>
          <p:cNvSpPr>
            <a:spLocks noGrp="1"/>
          </p:cNvSpPr>
          <p:nvPr>
            <p:ph idx="1"/>
          </p:nvPr>
        </p:nvSpPr>
        <p:spPr>
          <a:xfrm>
            <a:off x="833612" y="1705272"/>
            <a:ext cx="9868056" cy="4397416"/>
          </a:xfrm>
        </p:spPr>
        <p:txBody>
          <a:bodyPr vert="horz" lIns="91440" tIns="45720" rIns="91440" bIns="45720" rtlCol="0" anchor="t">
            <a:noAutofit/>
          </a:bodyPr>
          <a:lstStyle/>
          <a:p>
            <a:r>
              <a:rPr lang="en-US" sz="1400" dirty="0">
                <a:ea typeface="Calibri"/>
                <a:cs typeface="Calibri"/>
              </a:rPr>
              <a:t>Operators in Python are used to perform operations on variables and values. They are the following types – </a:t>
            </a:r>
          </a:p>
          <a:p>
            <a:endParaRPr lang="en-US" sz="1400" dirty="0">
              <a:ea typeface="Calibri"/>
              <a:cs typeface="Calibri"/>
            </a:endParaRPr>
          </a:p>
          <a:p>
            <a:r>
              <a:rPr lang="en-US" sz="1400" dirty="0">
                <a:ea typeface="Calibri"/>
                <a:cs typeface="Calibri"/>
              </a:rPr>
              <a:t>Arithmetic operators </a:t>
            </a:r>
          </a:p>
          <a:p>
            <a:r>
              <a:rPr lang="en-US" sz="1400" dirty="0">
                <a:ea typeface="Calibri"/>
                <a:cs typeface="Calibri"/>
              </a:rPr>
              <a:t>Assignment operators </a:t>
            </a:r>
          </a:p>
          <a:p>
            <a:r>
              <a:rPr lang="en-US" sz="1400" dirty="0">
                <a:ea typeface="Calibri"/>
                <a:cs typeface="Calibri"/>
              </a:rPr>
              <a:t>Comparison operators </a:t>
            </a:r>
          </a:p>
          <a:p>
            <a:r>
              <a:rPr lang="en-US" sz="1400" dirty="0">
                <a:ea typeface="Calibri"/>
                <a:cs typeface="Calibri"/>
              </a:rPr>
              <a:t>Logical operators </a:t>
            </a:r>
          </a:p>
          <a:p>
            <a:r>
              <a:rPr lang="en-US" sz="1400" dirty="0">
                <a:ea typeface="Calibri"/>
                <a:cs typeface="Calibri"/>
              </a:rPr>
              <a:t>Identity operators </a:t>
            </a:r>
          </a:p>
          <a:p>
            <a:r>
              <a:rPr lang="en-US" sz="1400" dirty="0" err="1">
                <a:ea typeface="Calibri"/>
                <a:cs typeface="Calibri"/>
              </a:rPr>
              <a:t>Memebership</a:t>
            </a:r>
            <a:r>
              <a:rPr lang="en-US" sz="1400" dirty="0">
                <a:ea typeface="Calibri"/>
                <a:cs typeface="Calibri"/>
              </a:rPr>
              <a:t> operators </a:t>
            </a:r>
          </a:p>
        </p:txBody>
      </p:sp>
    </p:spTree>
    <p:extLst>
      <p:ext uri="{BB962C8B-B14F-4D97-AF65-F5344CB8AC3E}">
        <p14:creationId xmlns:p14="http://schemas.microsoft.com/office/powerpoint/2010/main" val="25623542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7275002-1ED1-EFB6-B864-C7DA683F5726}"/>
              </a:ext>
            </a:extLst>
          </p:cNvPr>
          <p:cNvSpPr>
            <a:spLocks noGrp="1"/>
          </p:cNvSpPr>
          <p:nvPr>
            <p:ph type="title"/>
          </p:nvPr>
        </p:nvSpPr>
        <p:spPr>
          <a:xfrm>
            <a:off x="1050770" y="5748"/>
            <a:ext cx="10068156" cy="1417105"/>
          </a:xfrm>
        </p:spPr>
        <p:txBody>
          <a:bodyPr>
            <a:normAutofit/>
          </a:bodyPr>
          <a:lstStyle/>
          <a:p>
            <a:r>
              <a:rPr lang="en-US" dirty="0">
                <a:ea typeface="Calibri Light"/>
                <a:cs typeface="Calibri Light"/>
              </a:rPr>
              <a:t>Loops in Python</a:t>
            </a:r>
          </a:p>
        </p:txBody>
      </p:sp>
      <p:sp>
        <p:nvSpPr>
          <p:cNvPr id="3" name="Content Placeholder 2">
            <a:extLst>
              <a:ext uri="{FF2B5EF4-FFF2-40B4-BE49-F238E27FC236}">
                <a16:creationId xmlns:a16="http://schemas.microsoft.com/office/drawing/2014/main" id="{46C93B46-87CE-FCD3-578C-CC70F36DF64A}"/>
              </a:ext>
            </a:extLst>
          </p:cNvPr>
          <p:cNvSpPr>
            <a:spLocks noGrp="1"/>
          </p:cNvSpPr>
          <p:nvPr>
            <p:ph idx="1"/>
          </p:nvPr>
        </p:nvSpPr>
        <p:spPr>
          <a:xfrm>
            <a:off x="375034" y="1421985"/>
            <a:ext cx="7029304" cy="4794791"/>
          </a:xfrm>
        </p:spPr>
        <p:txBody>
          <a:bodyPr vert="horz" lIns="91440" tIns="45720" rIns="91440" bIns="45720" rtlCol="0" anchor="t">
            <a:noAutofit/>
          </a:bodyPr>
          <a:lstStyle/>
          <a:p>
            <a:endParaRPr lang="en-US" sz="1200" dirty="0">
              <a:solidFill>
                <a:srgbClr val="161616"/>
              </a:solidFill>
              <a:highlight>
                <a:srgbClr val="FFFFFF"/>
              </a:highlight>
              <a:latin typeface="Segoe UI"/>
              <a:ea typeface="Calibri"/>
              <a:cs typeface="Segoe UI"/>
            </a:endParaRPr>
          </a:p>
          <a:p>
            <a:r>
              <a:rPr lang="en-US" b="1" dirty="0"/>
              <a:t>For Loop </a:t>
            </a:r>
          </a:p>
          <a:p>
            <a:r>
              <a:rPr lang="en-US" sz="1200" dirty="0">
                <a:solidFill>
                  <a:srgbClr val="161616"/>
                </a:solidFill>
                <a:highlight>
                  <a:srgbClr val="FFFFFF"/>
                </a:highlight>
                <a:latin typeface="Segoe UI"/>
                <a:cs typeface="Segoe UI"/>
              </a:rPr>
              <a:t>The for loop lets you run a block of code of each item in an </a:t>
            </a:r>
            <a:r>
              <a:rPr lang="en-US" sz="1200" dirty="0" err="1">
                <a:solidFill>
                  <a:srgbClr val="161616"/>
                </a:solidFill>
                <a:highlight>
                  <a:srgbClr val="FFFFFF"/>
                </a:highlight>
                <a:latin typeface="Segoe UI"/>
                <a:cs typeface="Segoe UI"/>
              </a:rPr>
              <a:t>iterable</a:t>
            </a:r>
            <a:r>
              <a:rPr lang="en-US" sz="1200" dirty="0">
                <a:solidFill>
                  <a:srgbClr val="161616"/>
                </a:solidFill>
                <a:highlight>
                  <a:srgbClr val="FFFFFF"/>
                </a:highlight>
                <a:latin typeface="Segoe UI"/>
                <a:cs typeface="Segoe UI"/>
              </a:rPr>
              <a:t> like a list, string, tuple, set or dictionary. </a:t>
            </a:r>
          </a:p>
          <a:p>
            <a:endParaRPr lang="en-US" sz="800" dirty="0">
              <a:highlight>
                <a:srgbClr val="1F1F1F"/>
              </a:highlight>
              <a:latin typeface="Segoe UI"/>
              <a:ea typeface="Calibri"/>
              <a:cs typeface="Segoe UI"/>
            </a:endParaRPr>
          </a:p>
          <a:p>
            <a:endParaRPr lang="en-US" sz="800" dirty="0">
              <a:highlight>
                <a:srgbClr val="1F1F1F"/>
              </a:highlight>
              <a:latin typeface="Segoe UI"/>
              <a:ea typeface="Calibri"/>
              <a:cs typeface="Segoe UI"/>
            </a:endParaRPr>
          </a:p>
          <a:p>
            <a:endParaRPr lang="en-US" sz="800" dirty="0">
              <a:highlight>
                <a:srgbClr val="1F1F1F"/>
              </a:highlight>
              <a:latin typeface="Segoe UI"/>
              <a:ea typeface="Calibri"/>
              <a:cs typeface="Segoe UI"/>
            </a:endParaRPr>
          </a:p>
        </p:txBody>
      </p:sp>
      <p:sp>
        <p:nvSpPr>
          <p:cNvPr id="29" name="Freeform: Shape 28">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00BB4CC4-6DA7-A1A4-2ABE-98D5122821E4}"/>
              </a:ext>
            </a:extLst>
          </p:cNvPr>
          <p:cNvPicPr>
            <a:picLocks noChangeAspect="1"/>
          </p:cNvPicPr>
          <p:nvPr/>
        </p:nvPicPr>
        <p:blipFill>
          <a:blip r:embed="rId2"/>
          <a:stretch>
            <a:fillRect/>
          </a:stretch>
        </p:blipFill>
        <p:spPr>
          <a:xfrm>
            <a:off x="615779" y="2920475"/>
            <a:ext cx="7772400" cy="1017049"/>
          </a:xfrm>
          <a:prstGeom prst="rect">
            <a:avLst/>
          </a:prstGeom>
        </p:spPr>
      </p:pic>
      <p:sp>
        <p:nvSpPr>
          <p:cNvPr id="6" name="TextBox 5">
            <a:extLst>
              <a:ext uri="{FF2B5EF4-FFF2-40B4-BE49-F238E27FC236}">
                <a16:creationId xmlns:a16="http://schemas.microsoft.com/office/drawing/2014/main" id="{A03FCE4C-5111-8B94-DBB4-6BA650C61E01}"/>
              </a:ext>
            </a:extLst>
          </p:cNvPr>
          <p:cNvSpPr txBox="1"/>
          <p:nvPr/>
        </p:nvSpPr>
        <p:spPr>
          <a:xfrm>
            <a:off x="778476" y="4337222"/>
            <a:ext cx="8130746" cy="1908215"/>
          </a:xfrm>
          <a:prstGeom prst="rect">
            <a:avLst/>
          </a:prstGeom>
          <a:noFill/>
        </p:spPr>
        <p:txBody>
          <a:bodyPr wrap="square" rtlCol="0">
            <a:spAutoFit/>
          </a:bodyPr>
          <a:lstStyle/>
          <a:p>
            <a:pPr marL="285750" indent="-285750">
              <a:buFont typeface="Arial" panose="020B0604020202020204" pitchFamily="34" charset="0"/>
              <a:buChar char="•"/>
            </a:pPr>
            <a:r>
              <a:rPr lang="en-US" sz="1600" b="1" dirty="0"/>
              <a:t>For keyword</a:t>
            </a:r>
            <a:r>
              <a:rPr lang="en-US" sz="1600" dirty="0"/>
              <a:t>: This starts the loop. It tells python you want to begin the loop. </a:t>
            </a:r>
          </a:p>
          <a:p>
            <a:pPr marL="285750" indent="-285750">
              <a:buFont typeface="Arial" panose="020B0604020202020204" pitchFamily="34" charset="0"/>
              <a:buChar char="•"/>
            </a:pPr>
            <a:r>
              <a:rPr lang="en-US" sz="1600" b="1" dirty="0"/>
              <a:t>Loop variable </a:t>
            </a:r>
            <a:r>
              <a:rPr lang="en-US" sz="1600" dirty="0"/>
              <a:t>- </a:t>
            </a:r>
            <a:r>
              <a:rPr lang="en-IN" sz="1600" b="1" dirty="0"/>
              <a:t>n for </a:t>
            </a:r>
            <a:r>
              <a:rPr lang="en-IN" sz="1600" b="1" dirty="0" err="1"/>
              <a:t>ip</a:t>
            </a:r>
            <a:r>
              <a:rPr lang="en-IN" sz="1600" b="1" dirty="0"/>
              <a:t> in </a:t>
            </a:r>
            <a:r>
              <a:rPr lang="en-IN" sz="1600" b="1" dirty="0" err="1"/>
              <a:t>ip_list</a:t>
            </a:r>
            <a:r>
              <a:rPr lang="en-IN" sz="1600" dirty="0"/>
              <a:t>:, </a:t>
            </a:r>
            <a:r>
              <a:rPr lang="en-IN" sz="1600" dirty="0" err="1"/>
              <a:t>ip</a:t>
            </a:r>
            <a:r>
              <a:rPr lang="en-IN" sz="1600" dirty="0"/>
              <a:t> is the loop variable. It’s a temporary variable that represents each item in the </a:t>
            </a:r>
            <a:r>
              <a:rPr lang="en-IN" sz="1600" dirty="0" err="1"/>
              <a:t>iterable</a:t>
            </a:r>
            <a:r>
              <a:rPr lang="en-IN" sz="1600" dirty="0"/>
              <a:t> during each loop cycle.</a:t>
            </a:r>
          </a:p>
          <a:p>
            <a:pPr marL="285750" indent="-285750">
              <a:buFont typeface="Arial" panose="020B0604020202020204" pitchFamily="34" charset="0"/>
              <a:buChar char="•"/>
            </a:pPr>
            <a:r>
              <a:rPr lang="en-IN" sz="1600" b="1" dirty="0"/>
              <a:t>Looping object </a:t>
            </a:r>
            <a:r>
              <a:rPr lang="en-IN" sz="1600" dirty="0"/>
              <a:t>- </a:t>
            </a:r>
            <a:r>
              <a:rPr lang="en-IN" b="1" dirty="0"/>
              <a:t>(</a:t>
            </a:r>
            <a:r>
              <a:rPr lang="en-IN" b="1" dirty="0" err="1"/>
              <a:t>ip_list</a:t>
            </a:r>
            <a:r>
              <a:rPr lang="en-IN" b="1" dirty="0"/>
              <a:t>)</a:t>
            </a:r>
            <a:r>
              <a:rPr lang="en-IN" dirty="0"/>
              <a:t>: </a:t>
            </a:r>
            <a:r>
              <a:rPr lang="en-IN" sz="1600" dirty="0" err="1"/>
              <a:t>ip_list</a:t>
            </a:r>
            <a:r>
              <a:rPr lang="en-IN" sz="1600" dirty="0"/>
              <a:t> is the list you want to loop over. In each loop cycle, the loop variable </a:t>
            </a:r>
            <a:r>
              <a:rPr lang="en-IN" sz="1600" dirty="0" err="1"/>
              <a:t>ip</a:t>
            </a:r>
            <a:r>
              <a:rPr lang="en-IN" sz="1600" dirty="0"/>
              <a:t> takes the value of the next item in the list.</a:t>
            </a:r>
          </a:p>
          <a:p>
            <a:pPr marL="285750" indent="-285750">
              <a:buFont typeface="Arial" panose="020B0604020202020204" pitchFamily="34" charset="0"/>
              <a:buChar char="•"/>
            </a:pPr>
            <a:r>
              <a:rPr lang="en-IN" sz="1600" b="1" dirty="0"/>
              <a:t>Indented block </a:t>
            </a:r>
            <a:r>
              <a:rPr lang="en-IN" sz="1600" dirty="0"/>
              <a:t>- The indented code under the for loop is what runs in each loop cycle. Here, it’s print(</a:t>
            </a:r>
            <a:r>
              <a:rPr lang="en-IN" sz="1600" dirty="0" err="1"/>
              <a:t>ip</a:t>
            </a:r>
            <a:r>
              <a:rPr lang="en-IN" sz="1600" dirty="0"/>
              <a:t>).</a:t>
            </a:r>
            <a:endParaRPr lang="en-US" sz="1600" dirty="0"/>
          </a:p>
        </p:txBody>
      </p:sp>
    </p:spTree>
    <p:extLst>
      <p:ext uri="{BB962C8B-B14F-4D97-AF65-F5344CB8AC3E}">
        <p14:creationId xmlns:p14="http://schemas.microsoft.com/office/powerpoint/2010/main" val="6064160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708283-2637-E98D-FC33-16868C2F082B}"/>
              </a:ext>
            </a:extLst>
          </p:cNvPr>
          <p:cNvSpPr>
            <a:spLocks noGrp="1"/>
          </p:cNvSpPr>
          <p:nvPr>
            <p:ph type="title"/>
          </p:nvPr>
        </p:nvSpPr>
        <p:spPr>
          <a:xfrm>
            <a:off x="876693" y="741391"/>
            <a:ext cx="5219307" cy="1616203"/>
          </a:xfrm>
        </p:spPr>
        <p:txBody>
          <a:bodyPr anchor="b">
            <a:normAutofit/>
          </a:bodyPr>
          <a:lstStyle/>
          <a:p>
            <a:r>
              <a:rPr lang="en-US" sz="3200">
                <a:ea typeface="Calibri Light"/>
                <a:cs typeface="Calibri Light"/>
              </a:rPr>
              <a:t>Nesting Loops in Python</a:t>
            </a:r>
          </a:p>
        </p:txBody>
      </p:sp>
      <p:sp>
        <p:nvSpPr>
          <p:cNvPr id="3" name="Content Placeholder 2">
            <a:extLst>
              <a:ext uri="{FF2B5EF4-FFF2-40B4-BE49-F238E27FC236}">
                <a16:creationId xmlns:a16="http://schemas.microsoft.com/office/drawing/2014/main" id="{A5594B27-688E-7B71-AB9C-75CB2D6B7FF1}"/>
              </a:ext>
            </a:extLst>
          </p:cNvPr>
          <p:cNvSpPr>
            <a:spLocks noGrp="1"/>
          </p:cNvSpPr>
          <p:nvPr>
            <p:ph idx="1"/>
          </p:nvPr>
        </p:nvSpPr>
        <p:spPr>
          <a:xfrm>
            <a:off x="876692" y="2533476"/>
            <a:ext cx="5219307" cy="3537410"/>
          </a:xfrm>
        </p:spPr>
        <p:txBody>
          <a:bodyPr vert="horz" lIns="91440" tIns="45720" rIns="91440" bIns="45720" rtlCol="0" anchor="t">
            <a:normAutofit lnSpcReduction="10000"/>
          </a:bodyPr>
          <a:lstStyle/>
          <a:p>
            <a:r>
              <a:rPr lang="en-IN" sz="2000" b="1" dirty="0">
                <a:highlight>
                  <a:srgbClr val="FFFFFF"/>
                </a:highlight>
              </a:rPr>
              <a:t>Nesting loops </a:t>
            </a:r>
            <a:r>
              <a:rPr lang="en-IN" sz="2000" dirty="0">
                <a:highlight>
                  <a:srgbClr val="FFFFFF"/>
                </a:highlight>
              </a:rPr>
              <a:t>in Python means putting one loop inside another. This lets you create more complex patterns and work with multiple levels of data. </a:t>
            </a:r>
          </a:p>
          <a:p>
            <a:r>
              <a:rPr lang="en-IN" sz="2000" b="1" dirty="0">
                <a:highlight>
                  <a:srgbClr val="FFFFFF"/>
                </a:highlight>
              </a:rPr>
              <a:t>Outer Loop </a:t>
            </a:r>
            <a:r>
              <a:rPr lang="en-IN" sz="2000" dirty="0">
                <a:highlight>
                  <a:srgbClr val="FFFFFF"/>
                </a:highlight>
              </a:rPr>
              <a:t>– The outer for loop goes through </a:t>
            </a:r>
            <a:r>
              <a:rPr lang="en-IN" sz="2000" dirty="0" err="1">
                <a:highlight>
                  <a:srgbClr val="FFFFFF"/>
                </a:highlight>
              </a:rPr>
              <a:t>data_centers</a:t>
            </a:r>
            <a:r>
              <a:rPr lang="en-IN" sz="2000" dirty="0">
                <a:highlight>
                  <a:srgbClr val="FFFFFF"/>
                </a:highlight>
              </a:rPr>
              <a:t> list. In each </a:t>
            </a:r>
            <a:r>
              <a:rPr lang="en-IN" sz="2000" dirty="0" err="1">
                <a:highlight>
                  <a:srgbClr val="FFFFFF"/>
                </a:highlight>
              </a:rPr>
              <a:t>loop_cycle</a:t>
            </a:r>
            <a:r>
              <a:rPr lang="en-IN" sz="2000" dirty="0">
                <a:highlight>
                  <a:srgbClr val="FFFFFF"/>
                </a:highlight>
              </a:rPr>
              <a:t>, dc gets the first value of the tuple and </a:t>
            </a:r>
            <a:r>
              <a:rPr lang="en-IN" sz="2000" dirty="0" err="1">
                <a:highlight>
                  <a:srgbClr val="FFFFFF"/>
                </a:highlight>
              </a:rPr>
              <a:t>ip</a:t>
            </a:r>
            <a:r>
              <a:rPr lang="en-IN" sz="2000" dirty="0">
                <a:highlight>
                  <a:srgbClr val="FFFFFF"/>
                </a:highlight>
              </a:rPr>
              <a:t> gets the second value. </a:t>
            </a:r>
          </a:p>
          <a:p>
            <a:r>
              <a:rPr lang="en-IN" sz="2000" b="1" dirty="0">
                <a:highlight>
                  <a:srgbClr val="FFFFFF"/>
                </a:highlight>
              </a:rPr>
              <a:t>Inner for loop </a:t>
            </a:r>
            <a:r>
              <a:rPr lang="en-IN" sz="2000" dirty="0">
                <a:highlight>
                  <a:srgbClr val="FFFFFF"/>
                </a:highlight>
              </a:rPr>
              <a:t>– Inside the outer loop, there’s another for loop, the inner loop generates numbers 1 to 2. In each cycle of inner loop, </a:t>
            </a:r>
            <a:r>
              <a:rPr lang="en-IN" sz="2000" dirty="0" err="1">
                <a:highlight>
                  <a:srgbClr val="FFFFFF"/>
                </a:highlight>
              </a:rPr>
              <a:t>i</a:t>
            </a:r>
            <a:r>
              <a:rPr lang="en-IN" sz="2000" dirty="0">
                <a:highlight>
                  <a:srgbClr val="FFFFFF"/>
                </a:highlight>
              </a:rPr>
              <a:t> gets the number in the range.</a:t>
            </a:r>
          </a:p>
          <a:p>
            <a:endParaRPr lang="en-US" sz="2000" dirty="0">
              <a:latin typeface="Calibri"/>
              <a:ea typeface="Calibri"/>
              <a:cs typeface="Calibri"/>
            </a:endParaRPr>
          </a:p>
          <a:p>
            <a:endParaRPr lang="en-US" sz="2000" dirty="0">
              <a:latin typeface="Calibri"/>
              <a:ea typeface="Calibri"/>
              <a:cs typeface="Calibri"/>
            </a:endParaRPr>
          </a:p>
          <a:p>
            <a:endParaRPr lang="en-US" sz="2000" dirty="0">
              <a:ea typeface="Calibri"/>
              <a:cs typeface="Calibri"/>
            </a:endParaRPr>
          </a:p>
        </p:txBody>
      </p:sp>
      <p:pic>
        <p:nvPicPr>
          <p:cNvPr id="4" name="Picture 3">
            <a:extLst>
              <a:ext uri="{FF2B5EF4-FFF2-40B4-BE49-F238E27FC236}">
                <a16:creationId xmlns:a16="http://schemas.microsoft.com/office/drawing/2014/main" id="{A9B4D9FC-F4EC-9A86-8842-F88AA118F0EA}"/>
              </a:ext>
            </a:extLst>
          </p:cNvPr>
          <p:cNvPicPr>
            <a:picLocks noChangeAspect="1"/>
          </p:cNvPicPr>
          <p:nvPr/>
        </p:nvPicPr>
        <p:blipFill>
          <a:blip r:embed="rId2"/>
          <a:stretch>
            <a:fillRect/>
          </a:stretch>
        </p:blipFill>
        <p:spPr>
          <a:xfrm>
            <a:off x="7008019" y="3049730"/>
            <a:ext cx="4273463" cy="758539"/>
          </a:xfrm>
          <a:prstGeom prst="rect">
            <a:avLst/>
          </a:prstGeom>
        </p:spPr>
      </p:pic>
      <p:grpSp>
        <p:nvGrpSpPr>
          <p:cNvPr id="15" name="Group 14">
            <a:extLst>
              <a:ext uri="{FF2B5EF4-FFF2-40B4-BE49-F238E27FC236}">
                <a16:creationId xmlns:a16="http://schemas.microsoft.com/office/drawing/2014/main" id="{C54A2A4D-19EF-3552-F383-6AD9587C8AF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2068638" y="0"/>
            <a:ext cx="123362" cy="6858000"/>
            <a:chOff x="12068638" y="0"/>
            <a:chExt cx="123362" cy="6858000"/>
          </a:xfrm>
        </p:grpSpPr>
        <p:sp>
          <p:nvSpPr>
            <p:cNvPr id="16" name="Rectangle 15">
              <a:extLst>
                <a:ext uri="{FF2B5EF4-FFF2-40B4-BE49-F238E27FC236}">
                  <a16:creationId xmlns:a16="http://schemas.microsoft.com/office/drawing/2014/main" id="{A9208F0F-2734-3945-8FD0-EEB19CF41A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62CFF5D9-43B9-9D58-6F3F-25041716D9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0035644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F40DBB-8006-D582-F717-BB20A1C1D616}"/>
              </a:ext>
            </a:extLst>
          </p:cNvPr>
          <p:cNvSpPr>
            <a:spLocks noGrp="1"/>
          </p:cNvSpPr>
          <p:nvPr>
            <p:ph type="title"/>
          </p:nvPr>
        </p:nvSpPr>
        <p:spPr>
          <a:xfrm>
            <a:off x="793662" y="386930"/>
            <a:ext cx="10066122" cy="1298448"/>
          </a:xfrm>
        </p:spPr>
        <p:txBody>
          <a:bodyPr anchor="b">
            <a:normAutofit/>
          </a:bodyPr>
          <a:lstStyle/>
          <a:p>
            <a:r>
              <a:rPr lang="en-US" sz="4800"/>
              <a:t>While Loop in Python</a:t>
            </a:r>
          </a:p>
        </p:txBody>
      </p:sp>
      <p:sp>
        <p:nvSpPr>
          <p:cNvPr id="11" name="Rectangle 1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074A95C-ABA3-9B8E-B1BE-A16BAD4E10D8}"/>
              </a:ext>
            </a:extLst>
          </p:cNvPr>
          <p:cNvSpPr>
            <a:spLocks noGrp="1"/>
          </p:cNvSpPr>
          <p:nvPr>
            <p:ph idx="1"/>
          </p:nvPr>
        </p:nvSpPr>
        <p:spPr>
          <a:xfrm>
            <a:off x="793661" y="2599509"/>
            <a:ext cx="4530898" cy="3639450"/>
          </a:xfrm>
        </p:spPr>
        <p:txBody>
          <a:bodyPr vert="horz" lIns="91440" tIns="45720" rIns="91440" bIns="45720" rtlCol="0" anchor="ctr">
            <a:normAutofit/>
          </a:bodyPr>
          <a:lstStyle/>
          <a:p>
            <a:endParaRPr lang="en-US" sz="2000">
              <a:highlight>
                <a:srgbClr val="FFFFFF"/>
              </a:highlight>
              <a:ea typeface="Calibri"/>
              <a:cs typeface="Calibri"/>
            </a:endParaRPr>
          </a:p>
          <a:p>
            <a:endParaRPr lang="en-US" sz="2000">
              <a:highlight>
                <a:srgbClr val="FFFFFF"/>
              </a:highlight>
              <a:latin typeface="Segoe UI"/>
              <a:ea typeface="Calibri"/>
              <a:cs typeface="Segoe UI"/>
            </a:endParaRPr>
          </a:p>
          <a:p>
            <a:r>
              <a:rPr lang="en-US" sz="2000">
                <a:ea typeface="Calibri"/>
                <a:cs typeface="Calibri"/>
              </a:rPr>
              <a:t>A while loop is a powerful tool in Python lets you repeatedly run a block of code as long as certain condition is true. </a:t>
            </a:r>
          </a:p>
          <a:p>
            <a:r>
              <a:rPr lang="en-US" sz="2000">
                <a:ea typeface="Calibri"/>
                <a:cs typeface="Calibri"/>
              </a:rPr>
              <a:t>A while loop has an expression followed by a colon and an indented block of code. </a:t>
            </a:r>
          </a:p>
          <a:p>
            <a:endParaRPr lang="en-US" sz="2000">
              <a:ea typeface="Calibri"/>
              <a:cs typeface="Calibri"/>
            </a:endParaRPr>
          </a:p>
        </p:txBody>
      </p:sp>
      <p:pic>
        <p:nvPicPr>
          <p:cNvPr id="4" name="Picture 3">
            <a:extLst>
              <a:ext uri="{FF2B5EF4-FFF2-40B4-BE49-F238E27FC236}">
                <a16:creationId xmlns:a16="http://schemas.microsoft.com/office/drawing/2014/main" id="{D07882B3-2562-A390-D167-64A67FC9B4A0}"/>
              </a:ext>
            </a:extLst>
          </p:cNvPr>
          <p:cNvPicPr>
            <a:picLocks noChangeAspect="1"/>
          </p:cNvPicPr>
          <p:nvPr/>
        </p:nvPicPr>
        <p:blipFill>
          <a:blip r:embed="rId2"/>
          <a:stretch>
            <a:fillRect/>
          </a:stretch>
        </p:blipFill>
        <p:spPr>
          <a:xfrm>
            <a:off x="5911532" y="3639651"/>
            <a:ext cx="5150277" cy="1403451"/>
          </a:xfrm>
          <a:prstGeom prst="rect">
            <a:avLst/>
          </a:prstGeom>
        </p:spPr>
      </p:pic>
      <p:sp>
        <p:nvSpPr>
          <p:cNvPr id="15" name="Rectangle 14">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491646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2" name="Rectangle 41">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7624EE-9B08-3BE5-6ED9-A2B801A8A42D}"/>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Difference between For &amp; While Loop</a:t>
            </a:r>
          </a:p>
        </p:txBody>
      </p:sp>
      <p:pic>
        <p:nvPicPr>
          <p:cNvPr id="5" name="Content Placeholder 4">
            <a:extLst>
              <a:ext uri="{FF2B5EF4-FFF2-40B4-BE49-F238E27FC236}">
                <a16:creationId xmlns:a16="http://schemas.microsoft.com/office/drawing/2014/main" id="{F5B9D339-41C9-1DB9-9CFD-C592FDEFCE94}"/>
              </a:ext>
            </a:extLst>
          </p:cNvPr>
          <p:cNvPicPr>
            <a:picLocks noGrp="1" noChangeAspect="1"/>
          </p:cNvPicPr>
          <p:nvPr>
            <p:ph idx="1"/>
          </p:nvPr>
        </p:nvPicPr>
        <p:blipFill>
          <a:blip r:embed="rId2"/>
          <a:stretch>
            <a:fillRect/>
          </a:stretch>
        </p:blipFill>
        <p:spPr>
          <a:xfrm>
            <a:off x="643467" y="1704945"/>
            <a:ext cx="10905066" cy="4334763"/>
          </a:xfrm>
          <a:prstGeom prst="rect">
            <a:avLst/>
          </a:prstGeom>
        </p:spPr>
      </p:pic>
    </p:spTree>
    <p:extLst>
      <p:ext uri="{BB962C8B-B14F-4D97-AF65-F5344CB8AC3E}">
        <p14:creationId xmlns:p14="http://schemas.microsoft.com/office/powerpoint/2010/main" val="42261782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200BFF9-9356-7B63-EAEB-08797D73E4F8}"/>
              </a:ext>
            </a:extLst>
          </p:cNvPr>
          <p:cNvSpPr>
            <a:spLocks noGrp="1"/>
          </p:cNvSpPr>
          <p:nvPr>
            <p:ph type="title"/>
          </p:nvPr>
        </p:nvSpPr>
        <p:spPr>
          <a:xfrm>
            <a:off x="838200" y="365125"/>
            <a:ext cx="10515600" cy="1325563"/>
          </a:xfrm>
        </p:spPr>
        <p:txBody>
          <a:bodyPr>
            <a:normAutofit/>
          </a:bodyPr>
          <a:lstStyle/>
          <a:p>
            <a:r>
              <a:rPr lang="en-US" sz="5400" dirty="0">
                <a:ea typeface="Calibri Light"/>
                <a:cs typeface="Calibri Light"/>
              </a:rPr>
              <a:t>Conditional Statements in Python</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5211D5D-DC06-B468-7CC2-767D98DB8DC5}"/>
              </a:ext>
            </a:extLst>
          </p:cNvPr>
          <p:cNvSpPr>
            <a:spLocks noGrp="1"/>
          </p:cNvSpPr>
          <p:nvPr>
            <p:ph idx="1"/>
          </p:nvPr>
        </p:nvSpPr>
        <p:spPr>
          <a:xfrm>
            <a:off x="838200" y="1929384"/>
            <a:ext cx="10846279" cy="4251960"/>
          </a:xfrm>
        </p:spPr>
        <p:txBody>
          <a:bodyPr vert="horz" lIns="91440" tIns="45720" rIns="91440" bIns="45720" rtlCol="0" anchor="t">
            <a:noAutofit/>
          </a:bodyPr>
          <a:lstStyle/>
          <a:p>
            <a:r>
              <a:rPr lang="en-IN" sz="1600" dirty="0">
                <a:highlight>
                  <a:srgbClr val="FFFFFF"/>
                </a:highlight>
              </a:rPr>
              <a:t>Conditional statements in Python help control the flow of your program. They let you run specific blocks of code based on whether certain conditions are true or false.</a:t>
            </a:r>
            <a:endParaRPr lang="en-US" sz="1600" dirty="0">
              <a:solidFill>
                <a:srgbClr val="161616"/>
              </a:solidFill>
              <a:highlight>
                <a:srgbClr val="FFFFFF"/>
              </a:highlight>
              <a:ea typeface="Calibri"/>
              <a:cs typeface="Segoe UI"/>
            </a:endParaRPr>
          </a:p>
          <a:p>
            <a:r>
              <a:rPr lang="en-US" sz="1500" dirty="0">
                <a:ea typeface="Calibri"/>
                <a:cs typeface="Calibri"/>
              </a:rPr>
              <a:t>If statement: This runs a block of code if a condition is true. </a:t>
            </a:r>
          </a:p>
          <a:p>
            <a:r>
              <a:rPr lang="en-US" sz="1500" dirty="0">
                <a:ea typeface="Calibri"/>
                <a:cs typeface="Calibri"/>
              </a:rPr>
              <a:t>Elif statement: This checks multiple conditions one after another, if one condition is true , it runs the corresponding block of code. </a:t>
            </a:r>
          </a:p>
          <a:p>
            <a:r>
              <a:rPr lang="en-US" sz="1500" dirty="0">
                <a:ea typeface="Calibri"/>
                <a:cs typeface="Calibri"/>
              </a:rPr>
              <a:t>Else statement: this statement runs a block of code if none of the previous conditions are true. </a:t>
            </a:r>
          </a:p>
        </p:txBody>
      </p:sp>
    </p:spTree>
    <p:extLst>
      <p:ext uri="{BB962C8B-B14F-4D97-AF65-F5344CB8AC3E}">
        <p14:creationId xmlns:p14="http://schemas.microsoft.com/office/powerpoint/2010/main" val="10744998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726A876-49A6-30E7-5DE5-659142BF5ED7}"/>
              </a:ext>
            </a:extLst>
          </p:cNvPr>
          <p:cNvSpPr>
            <a:spLocks noGrp="1"/>
          </p:cNvSpPr>
          <p:nvPr>
            <p:ph type="title"/>
          </p:nvPr>
        </p:nvSpPr>
        <p:spPr>
          <a:xfrm>
            <a:off x="838200" y="365125"/>
            <a:ext cx="10515600" cy="1325563"/>
          </a:xfrm>
        </p:spPr>
        <p:txBody>
          <a:bodyPr>
            <a:normAutofit/>
          </a:bodyPr>
          <a:lstStyle/>
          <a:p>
            <a:r>
              <a:rPr lang="en-US" dirty="0"/>
              <a:t>Truthy &amp; </a:t>
            </a:r>
            <a:r>
              <a:rPr lang="en-US" dirty="0" err="1"/>
              <a:t>Falsy</a:t>
            </a:r>
            <a:r>
              <a:rPr lang="en-US" dirty="0"/>
              <a:t> Values in Python</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6404049-BD3E-70B7-4F92-A6A0382B0619}"/>
              </a:ext>
            </a:extLst>
          </p:cNvPr>
          <p:cNvSpPr>
            <a:spLocks noGrp="1"/>
          </p:cNvSpPr>
          <p:nvPr>
            <p:ph idx="1"/>
          </p:nvPr>
        </p:nvSpPr>
        <p:spPr>
          <a:xfrm>
            <a:off x="838200" y="1825625"/>
            <a:ext cx="10515600" cy="4351338"/>
          </a:xfrm>
        </p:spPr>
        <p:txBody>
          <a:bodyPr vert="horz" lIns="91440" tIns="45720" rIns="91440" bIns="45720" rtlCol="0" anchor="t">
            <a:normAutofit lnSpcReduction="10000"/>
          </a:bodyPr>
          <a:lstStyle/>
          <a:p>
            <a:r>
              <a:rPr lang="en-US" sz="1600" dirty="0">
                <a:solidFill>
                  <a:srgbClr val="0A0A0A"/>
                </a:solidFill>
                <a:highlight>
                  <a:srgbClr val="FFFFFF"/>
                </a:highlight>
                <a:ea typeface="+mn-lt"/>
                <a:cs typeface="+mn-lt"/>
              </a:rPr>
              <a:t>In Python, every value is either truthy or </a:t>
            </a:r>
            <a:r>
              <a:rPr lang="en-US" sz="1600" dirty="0" err="1">
                <a:solidFill>
                  <a:srgbClr val="0A0A0A"/>
                </a:solidFill>
                <a:highlight>
                  <a:srgbClr val="FFFFFF"/>
                </a:highlight>
                <a:ea typeface="+mn-lt"/>
                <a:cs typeface="+mn-lt"/>
              </a:rPr>
              <a:t>falsy</a:t>
            </a:r>
            <a:r>
              <a:rPr lang="en-US" sz="1600" dirty="0">
                <a:solidFill>
                  <a:srgbClr val="0A0A0A"/>
                </a:solidFill>
                <a:highlight>
                  <a:srgbClr val="FFFFFF"/>
                </a:highlight>
                <a:ea typeface="+mn-lt"/>
                <a:cs typeface="+mn-lt"/>
              </a:rPr>
              <a:t>. Truthy values are considered True in conditions, while </a:t>
            </a:r>
            <a:r>
              <a:rPr lang="en-US" sz="1600" dirty="0" err="1">
                <a:solidFill>
                  <a:srgbClr val="0A0A0A"/>
                </a:solidFill>
                <a:highlight>
                  <a:srgbClr val="FFFFFF"/>
                </a:highlight>
                <a:ea typeface="+mn-lt"/>
                <a:cs typeface="+mn-lt"/>
              </a:rPr>
              <a:t>falsy</a:t>
            </a:r>
            <a:r>
              <a:rPr lang="en-US" sz="1600" dirty="0">
                <a:solidFill>
                  <a:srgbClr val="0A0A0A"/>
                </a:solidFill>
                <a:highlight>
                  <a:srgbClr val="FFFFFF"/>
                </a:highlight>
                <a:ea typeface="+mn-lt"/>
                <a:cs typeface="+mn-lt"/>
              </a:rPr>
              <a:t> values are considered False. </a:t>
            </a:r>
          </a:p>
          <a:p>
            <a:endParaRPr lang="en-US" sz="1600" dirty="0">
              <a:solidFill>
                <a:srgbClr val="0A0A0A"/>
              </a:solidFill>
              <a:highlight>
                <a:srgbClr val="FFFFFF"/>
              </a:highlight>
              <a:ea typeface="+mn-lt"/>
              <a:cs typeface="+mn-lt"/>
            </a:endParaRPr>
          </a:p>
          <a:p>
            <a:r>
              <a:rPr lang="en-US" sz="1600" b="1" dirty="0">
                <a:solidFill>
                  <a:srgbClr val="0A0A0A"/>
                </a:solidFill>
                <a:highlight>
                  <a:srgbClr val="FFFFFF"/>
                </a:highlight>
                <a:ea typeface="+mn-lt"/>
                <a:cs typeface="+mn-lt"/>
              </a:rPr>
              <a:t>Common truthy values</a:t>
            </a:r>
            <a:r>
              <a:rPr lang="en-US" sz="1600" dirty="0">
                <a:solidFill>
                  <a:srgbClr val="0A0A0A"/>
                </a:solidFill>
                <a:highlight>
                  <a:srgbClr val="FFFFFF"/>
                </a:highlight>
                <a:ea typeface="+mn-lt"/>
                <a:cs typeface="+mn-lt"/>
              </a:rPr>
              <a:t>: </a:t>
            </a:r>
          </a:p>
          <a:p>
            <a:r>
              <a:rPr lang="en-US" sz="1600" dirty="0">
                <a:solidFill>
                  <a:srgbClr val="0A0A0A"/>
                </a:solidFill>
                <a:highlight>
                  <a:srgbClr val="FFFFFF"/>
                </a:highlight>
                <a:ea typeface="+mn-lt"/>
                <a:cs typeface="+mn-lt"/>
              </a:rPr>
              <a:t>Non-zero numbers </a:t>
            </a:r>
          </a:p>
          <a:p>
            <a:r>
              <a:rPr lang="en-US" sz="1600" dirty="0">
                <a:solidFill>
                  <a:srgbClr val="0A0A0A"/>
                </a:solidFill>
                <a:highlight>
                  <a:srgbClr val="FFFFFF"/>
                </a:highlight>
                <a:ea typeface="+mn-lt"/>
                <a:cs typeface="+mn-lt"/>
              </a:rPr>
              <a:t>Non-empty strings</a:t>
            </a:r>
          </a:p>
          <a:p>
            <a:r>
              <a:rPr lang="en-US" sz="1600" dirty="0">
                <a:solidFill>
                  <a:srgbClr val="0A0A0A"/>
                </a:solidFill>
                <a:highlight>
                  <a:srgbClr val="FFFFFF"/>
                </a:highlight>
                <a:ea typeface="+mn-lt"/>
                <a:cs typeface="+mn-lt"/>
              </a:rPr>
              <a:t>Non-empty collections </a:t>
            </a:r>
          </a:p>
          <a:p>
            <a:endParaRPr lang="en-US" sz="1600" dirty="0">
              <a:solidFill>
                <a:srgbClr val="0A0A0A"/>
              </a:solidFill>
              <a:highlight>
                <a:srgbClr val="FFFFFF"/>
              </a:highlight>
              <a:ea typeface="+mn-lt"/>
              <a:cs typeface="+mn-lt"/>
            </a:endParaRPr>
          </a:p>
          <a:p>
            <a:r>
              <a:rPr lang="en-US" sz="1600" dirty="0">
                <a:solidFill>
                  <a:srgbClr val="0A0A0A"/>
                </a:solidFill>
                <a:highlight>
                  <a:srgbClr val="FFFFFF"/>
                </a:highlight>
                <a:ea typeface="+mn-lt"/>
                <a:cs typeface="+mn-lt"/>
              </a:rPr>
              <a:t>Common </a:t>
            </a:r>
            <a:r>
              <a:rPr lang="en-US" sz="1600" dirty="0" err="1">
                <a:solidFill>
                  <a:srgbClr val="0A0A0A"/>
                </a:solidFill>
                <a:highlight>
                  <a:srgbClr val="FFFFFF"/>
                </a:highlight>
                <a:ea typeface="+mn-lt"/>
                <a:cs typeface="+mn-lt"/>
              </a:rPr>
              <a:t>falsy</a:t>
            </a:r>
            <a:r>
              <a:rPr lang="en-US" sz="1600" dirty="0">
                <a:solidFill>
                  <a:srgbClr val="0A0A0A"/>
                </a:solidFill>
                <a:highlight>
                  <a:srgbClr val="FFFFFF"/>
                </a:highlight>
                <a:ea typeface="+mn-lt"/>
                <a:cs typeface="+mn-lt"/>
              </a:rPr>
              <a:t> values: </a:t>
            </a:r>
          </a:p>
          <a:p>
            <a:r>
              <a:rPr lang="en-US" sz="1600" dirty="0">
                <a:solidFill>
                  <a:srgbClr val="0A0A0A"/>
                </a:solidFill>
                <a:highlight>
                  <a:srgbClr val="FFFFFF"/>
                </a:highlight>
                <a:ea typeface="+mn-lt"/>
                <a:cs typeface="+mn-lt"/>
              </a:rPr>
              <a:t>0 (zero)</a:t>
            </a:r>
          </a:p>
          <a:p>
            <a:r>
              <a:rPr lang="en-US" sz="1600" dirty="0">
                <a:solidFill>
                  <a:srgbClr val="0A0A0A"/>
                </a:solidFill>
                <a:highlight>
                  <a:srgbClr val="FFFFFF"/>
                </a:highlight>
                <a:ea typeface="+mn-lt"/>
                <a:cs typeface="+mn-lt"/>
              </a:rPr>
              <a:t>0.0 (zero float)</a:t>
            </a:r>
          </a:p>
          <a:p>
            <a:r>
              <a:rPr lang="en-US" sz="1600" dirty="0">
                <a:solidFill>
                  <a:srgbClr val="0A0A0A"/>
                </a:solidFill>
                <a:highlight>
                  <a:srgbClr val="FFFFFF"/>
                </a:highlight>
                <a:ea typeface="+mn-lt"/>
                <a:cs typeface="+mn-lt"/>
              </a:rPr>
              <a:t>‘’ (empty string)</a:t>
            </a:r>
          </a:p>
          <a:p>
            <a:r>
              <a:rPr lang="en-US" sz="1600" dirty="0">
                <a:solidFill>
                  <a:srgbClr val="0A0A0A"/>
                </a:solidFill>
                <a:highlight>
                  <a:srgbClr val="FFFFFF"/>
                </a:highlight>
                <a:ea typeface="+mn-lt"/>
                <a:cs typeface="+mn-lt"/>
              </a:rPr>
              <a:t>None </a:t>
            </a:r>
          </a:p>
          <a:p>
            <a:r>
              <a:rPr lang="en-US" sz="1600" dirty="0">
                <a:solidFill>
                  <a:srgbClr val="0A0A0A"/>
                </a:solidFill>
                <a:highlight>
                  <a:srgbClr val="FFFFFF"/>
                </a:highlight>
                <a:ea typeface="+mn-lt"/>
                <a:cs typeface="+mn-lt"/>
              </a:rPr>
              <a:t>Empty collections (lists, dictionaries, sets)</a:t>
            </a:r>
          </a:p>
          <a:p>
            <a:endParaRPr lang="en-US" sz="1600" dirty="0">
              <a:solidFill>
                <a:srgbClr val="0A0A0A"/>
              </a:solidFill>
              <a:highlight>
                <a:srgbClr val="FFFFFF"/>
              </a:highlight>
              <a:ea typeface="+mn-lt"/>
              <a:cs typeface="+mn-lt"/>
            </a:endParaRPr>
          </a:p>
        </p:txBody>
      </p:sp>
    </p:spTree>
    <p:extLst>
      <p:ext uri="{BB962C8B-B14F-4D97-AF65-F5344CB8AC3E}">
        <p14:creationId xmlns:p14="http://schemas.microsoft.com/office/powerpoint/2010/main" val="23392246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DDB5AB2-0325-BCA9-764E-8B187EF6B2F4}"/>
              </a:ext>
            </a:extLst>
          </p:cNvPr>
          <p:cNvSpPr>
            <a:spLocks noGrp="1"/>
          </p:cNvSpPr>
          <p:nvPr>
            <p:ph type="title"/>
          </p:nvPr>
        </p:nvSpPr>
        <p:spPr>
          <a:xfrm>
            <a:off x="466722" y="586855"/>
            <a:ext cx="3201366" cy="3387497"/>
          </a:xfrm>
        </p:spPr>
        <p:txBody>
          <a:bodyPr anchor="b">
            <a:normAutofit/>
          </a:bodyPr>
          <a:lstStyle/>
          <a:p>
            <a:pPr algn="r"/>
            <a:r>
              <a:rPr lang="en-US" sz="4000" dirty="0">
                <a:solidFill>
                  <a:srgbClr val="FFFFFF"/>
                </a:solidFill>
                <a:ea typeface="Calibri Light"/>
                <a:cs typeface="Calibri Light"/>
              </a:rPr>
              <a:t>Python Lists </a:t>
            </a:r>
          </a:p>
        </p:txBody>
      </p:sp>
      <p:sp>
        <p:nvSpPr>
          <p:cNvPr id="4" name="Rectangle 1">
            <a:extLst>
              <a:ext uri="{FF2B5EF4-FFF2-40B4-BE49-F238E27FC236}">
                <a16:creationId xmlns:a16="http://schemas.microsoft.com/office/drawing/2014/main" id="{267384AF-46FD-3722-7F34-DF0658A6FFD7}"/>
              </a:ext>
            </a:extLst>
          </p:cNvPr>
          <p:cNvSpPr>
            <a:spLocks noGrp="1" noChangeArrowheads="1"/>
          </p:cNvSpPr>
          <p:nvPr>
            <p:ph idx="1"/>
          </p:nvPr>
        </p:nvSpPr>
        <p:spPr bwMode="auto">
          <a:xfrm>
            <a:off x="4235966" y="3544098"/>
            <a:ext cx="7342889"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 b="1" i="0" u="none" strike="noStrike" cap="none" normalizeH="0" baseline="0" dirty="0">
                <a:ln>
                  <a:noFill/>
                </a:ln>
                <a:solidFill>
                  <a:srgbClr val="CED6DD"/>
                </a:solidFill>
                <a:effectLst/>
                <a:latin typeface="-apple-system"/>
              </a:rPr>
              <a:t>Maintains Order</a:t>
            </a:r>
            <a:r>
              <a:rPr kumimoji="0" lang="en-US" altLang="en-US" sz="100" b="0" i="0" u="none" strike="noStrike" cap="none" normalizeH="0" baseline="0" dirty="0">
                <a:ln>
                  <a:noFill/>
                </a:ln>
                <a:solidFill>
                  <a:srgbClr val="CED6DD"/>
                </a:solidFill>
                <a:effectLst/>
                <a:latin typeface="-apple-system"/>
              </a:rPr>
              <a:t>: The order in which you add items is the order in which you can access them.</a:t>
            </a:r>
            <a:endParaRPr kumimoji="0" lang="en-US" altLang="en-US" sz="1200" b="0" i="0" u="none" strike="noStrike" cap="none" normalizeH="0" baseline="0" dirty="0">
              <a:ln>
                <a:noFill/>
              </a:ln>
              <a:solidFill>
                <a:srgbClr val="CED6DD"/>
              </a:solidFill>
              <a:effectLst/>
              <a:latin typeface="-apple-system"/>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 b="1" i="0" u="none" strike="noStrike" cap="none" normalizeH="0" baseline="0" dirty="0">
                <a:ln>
                  <a:noFill/>
                </a:ln>
                <a:solidFill>
                  <a:srgbClr val="CED6DD"/>
                </a:solidFill>
                <a:effectLst/>
                <a:latin typeface="-apple-system"/>
              </a:rPr>
              <a:t>Holds Mixed Data Types</a:t>
            </a:r>
            <a:r>
              <a:rPr kumimoji="0" lang="en-US" altLang="en-US" sz="100" b="0" i="0" u="none" strike="noStrike" cap="none" normalizeH="0" baseline="0" dirty="0">
                <a:ln>
                  <a:noFill/>
                </a:ln>
                <a:solidFill>
                  <a:srgbClr val="CED6DD"/>
                </a:solidFill>
                <a:effectLst/>
                <a:latin typeface="-apple-system"/>
              </a:rPr>
              <a:t>: You can mix different types of data in a single list, like strings, numbers, and more.</a:t>
            </a:r>
            <a:endParaRPr kumimoji="0" lang="en-US" altLang="en-US" sz="1200" b="0" i="0" u="none" strike="noStrike" cap="none" normalizeH="0" baseline="0" dirty="0">
              <a:ln>
                <a:noFill/>
              </a:ln>
              <a:solidFill>
                <a:srgbClr val="CED6DD"/>
              </a:solidFill>
              <a:effectLst/>
              <a:latin typeface="-apple-system"/>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 b="1" i="0" u="none" strike="noStrike" cap="none" normalizeH="0" baseline="0" dirty="0">
                <a:ln>
                  <a:noFill/>
                </a:ln>
                <a:solidFill>
                  <a:srgbClr val="CED6DD"/>
                </a:solidFill>
                <a:effectLst/>
                <a:latin typeface="-apple-system"/>
              </a:rPr>
              <a:t>Is Mutable</a:t>
            </a:r>
            <a:r>
              <a:rPr kumimoji="0" lang="en-US" altLang="en-US" sz="100" b="0" i="0" u="none" strike="noStrike" cap="none" normalizeH="0" baseline="0" dirty="0">
                <a:ln>
                  <a:noFill/>
                </a:ln>
                <a:solidFill>
                  <a:srgbClr val="CED6DD"/>
                </a:solidFill>
                <a:effectLst/>
                <a:latin typeface="-apple-system"/>
              </a:rPr>
              <a:t>: You can change the items, size, and structure of a list after creating it.</a:t>
            </a:r>
            <a:endParaRPr kumimoji="0" lang="en-US" altLang="en-US" sz="1200" b="0" i="0" u="none" strike="noStrike" cap="none" normalizeH="0" baseline="0" dirty="0">
              <a:ln>
                <a:noFill/>
              </a:ln>
              <a:solidFill>
                <a:srgbClr val="CED6DD"/>
              </a:solidFill>
              <a:effectLst/>
              <a:latin typeface="-apple-system"/>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rPr>
              <a:t>A list is a collection of Items </a:t>
            </a:r>
          </a:p>
          <a:p>
            <a:pPr marR="0" lvl="0" algn="l" defTabSz="914400" rtl="0" eaLnBrk="0" fontAlgn="base" latinLnBrk="0" hangingPunct="0">
              <a:lnSpc>
                <a:spcPct val="100000"/>
              </a:lnSpc>
              <a:spcBef>
                <a:spcPct val="0"/>
              </a:spcBef>
              <a:spcAft>
                <a:spcPct val="0"/>
              </a:spcAft>
              <a:buClrTx/>
              <a:buSzTx/>
              <a:buFontTx/>
              <a:buChar char="-"/>
              <a:tabLst/>
            </a:pPr>
            <a:r>
              <a:rPr lang="en-US" altLang="en-US" sz="1600" b="1" dirty="0"/>
              <a:t>Which maintains order </a:t>
            </a:r>
            <a:r>
              <a:rPr lang="en-US" altLang="en-US" sz="1600" dirty="0"/>
              <a:t>– the order in which you add items in the order you can access them</a:t>
            </a:r>
          </a:p>
          <a:p>
            <a:pPr marR="0" lvl="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Holds Mixed Data types</a:t>
            </a:r>
            <a:r>
              <a:rPr kumimoji="0" lang="en-US" altLang="en-US" sz="1600" b="0" i="0" u="none" strike="noStrike" cap="none" normalizeH="0" baseline="0" dirty="0">
                <a:ln>
                  <a:noFill/>
                </a:ln>
                <a:solidFill>
                  <a:schemeClr val="tx1"/>
                </a:solidFill>
                <a:effectLst/>
              </a:rPr>
              <a:t> – You can mix different types of data in a single list like strings, numb</a:t>
            </a:r>
            <a:r>
              <a:rPr lang="en-US" altLang="en-US" sz="1600" dirty="0"/>
              <a:t>ers and more. </a:t>
            </a:r>
          </a:p>
          <a:p>
            <a:pPr marR="0" lvl="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Is Mutable </a:t>
            </a:r>
            <a:r>
              <a:rPr kumimoji="0" lang="en-US" altLang="en-US" sz="1600" b="0" i="0" u="none" strike="noStrike" cap="none" normalizeH="0" baseline="0" dirty="0">
                <a:ln>
                  <a:noFill/>
                </a:ln>
                <a:solidFill>
                  <a:schemeClr val="tx1"/>
                </a:solidFill>
                <a:effectLst/>
              </a:rPr>
              <a:t>– you can c</a:t>
            </a:r>
            <a:r>
              <a:rPr lang="en-US" altLang="en-US" sz="1600" dirty="0"/>
              <a:t>hange the items, size and structure of the list after creating it. </a:t>
            </a:r>
            <a:endParaRPr kumimoji="0" lang="en-US" altLang="en-US" sz="16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32919467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8CBC16-5E79-1418-197A-470DD3E5B15E}"/>
              </a:ext>
            </a:extLst>
          </p:cNvPr>
          <p:cNvSpPr>
            <a:spLocks noGrp="1"/>
          </p:cNvSpPr>
          <p:nvPr>
            <p:ph type="title"/>
          </p:nvPr>
        </p:nvSpPr>
        <p:spPr/>
        <p:txBody>
          <a:bodyPr/>
          <a:lstStyle/>
          <a:p>
            <a:r>
              <a:rPr lang="en-US" dirty="0"/>
              <a:t>Tuples in Python</a:t>
            </a:r>
          </a:p>
        </p:txBody>
      </p:sp>
      <p:sp>
        <p:nvSpPr>
          <p:cNvPr id="3" name="Content Placeholder 2">
            <a:extLst>
              <a:ext uri="{FF2B5EF4-FFF2-40B4-BE49-F238E27FC236}">
                <a16:creationId xmlns:a16="http://schemas.microsoft.com/office/drawing/2014/main" id="{EB547054-5F3B-43FA-F090-76945D33D486}"/>
              </a:ext>
            </a:extLst>
          </p:cNvPr>
          <p:cNvSpPr>
            <a:spLocks noGrp="1"/>
          </p:cNvSpPr>
          <p:nvPr>
            <p:ph idx="1"/>
          </p:nvPr>
        </p:nvSpPr>
        <p:spPr/>
        <p:txBody>
          <a:bodyPr/>
          <a:lstStyle/>
          <a:p>
            <a:r>
              <a:rPr lang="en-IN" sz="1600" dirty="0"/>
              <a:t>A tuple is a collection of items that are ordered and can be of different types. You create a tuple using parentheses (), with items separated by commas</a:t>
            </a:r>
            <a:r>
              <a:rPr lang="en-IN" dirty="0"/>
              <a:t>.</a:t>
            </a:r>
          </a:p>
          <a:p>
            <a:endParaRPr lang="en-IN" dirty="0"/>
          </a:p>
          <a:p>
            <a:pPr marL="0" indent="0">
              <a:buNone/>
            </a:pPr>
            <a:r>
              <a:rPr lang="en-IN" sz="1800" dirty="0" err="1"/>
              <a:t>my_tuple</a:t>
            </a:r>
            <a:r>
              <a:rPr lang="en-IN" sz="1800" dirty="0"/>
              <a:t> = (1, "hello", 22, None, 2.7)</a:t>
            </a:r>
          </a:p>
          <a:p>
            <a:pPr marL="0" indent="0">
              <a:buNone/>
            </a:pPr>
            <a:endParaRPr lang="en-IN" dirty="0"/>
          </a:p>
          <a:p>
            <a:r>
              <a:rPr lang="en-IN" sz="1600" dirty="0"/>
              <a:t>Tuples can hold items of various types. In the example above, </a:t>
            </a:r>
            <a:r>
              <a:rPr lang="en-IN" sz="1600" dirty="0" err="1"/>
              <a:t>my_tuple</a:t>
            </a:r>
            <a:r>
              <a:rPr lang="en-IN" sz="1600" dirty="0"/>
              <a:t> includes integers, a string, None, and a floating-point number. This makes tuples very flexible</a:t>
            </a:r>
            <a:r>
              <a:rPr lang="en-IN" dirty="0"/>
              <a:t>.</a:t>
            </a:r>
            <a:endParaRPr lang="en-US" dirty="0"/>
          </a:p>
        </p:txBody>
      </p:sp>
    </p:spTree>
    <p:extLst>
      <p:ext uri="{BB962C8B-B14F-4D97-AF65-F5344CB8AC3E}">
        <p14:creationId xmlns:p14="http://schemas.microsoft.com/office/powerpoint/2010/main" val="13506968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0D3DA-2A50-0F45-5423-6BB7994E132F}"/>
              </a:ext>
            </a:extLst>
          </p:cNvPr>
          <p:cNvSpPr>
            <a:spLocks noGrp="1"/>
          </p:cNvSpPr>
          <p:nvPr>
            <p:ph type="title"/>
          </p:nvPr>
        </p:nvSpPr>
        <p:spPr/>
        <p:txBody>
          <a:bodyPr/>
          <a:lstStyle/>
          <a:p>
            <a:r>
              <a:rPr lang="en-US" dirty="0"/>
              <a:t>Sets in Python</a:t>
            </a:r>
          </a:p>
        </p:txBody>
      </p:sp>
      <p:sp>
        <p:nvSpPr>
          <p:cNvPr id="3" name="Content Placeholder 2">
            <a:extLst>
              <a:ext uri="{FF2B5EF4-FFF2-40B4-BE49-F238E27FC236}">
                <a16:creationId xmlns:a16="http://schemas.microsoft.com/office/drawing/2014/main" id="{DEBB48E5-036C-0657-C021-825FBF1B3453}"/>
              </a:ext>
            </a:extLst>
          </p:cNvPr>
          <p:cNvSpPr>
            <a:spLocks noGrp="1"/>
          </p:cNvSpPr>
          <p:nvPr>
            <p:ph idx="1"/>
          </p:nvPr>
        </p:nvSpPr>
        <p:spPr/>
        <p:txBody>
          <a:bodyPr/>
          <a:lstStyle/>
          <a:p>
            <a:r>
              <a:rPr lang="en-IN" sz="1600" dirty="0"/>
              <a:t>Sets are a handy and flexible data structure in Python that can handle collections of unique elements. Unlike lists or tuples, sets are unordered and mutable, meaning you can change their content after creating them. Sets also support operations like union, difference, and intersection, similar to mathematical sets</a:t>
            </a:r>
            <a:r>
              <a:rPr lang="en-IN" dirty="0"/>
              <a:t>.</a:t>
            </a:r>
          </a:p>
          <a:p>
            <a:endParaRPr lang="en-IN" dirty="0"/>
          </a:p>
          <a:p>
            <a:r>
              <a:rPr lang="en-IN" sz="1600" dirty="0"/>
              <a:t>To create a set, use curly braces {} and separate the elements with commas. For example, you can create a set of IP addresses like this:</a:t>
            </a:r>
          </a:p>
          <a:p>
            <a:endParaRPr lang="en-US" sz="1600" dirty="0"/>
          </a:p>
        </p:txBody>
      </p:sp>
      <p:pic>
        <p:nvPicPr>
          <p:cNvPr id="4" name="Picture 3">
            <a:extLst>
              <a:ext uri="{FF2B5EF4-FFF2-40B4-BE49-F238E27FC236}">
                <a16:creationId xmlns:a16="http://schemas.microsoft.com/office/drawing/2014/main" id="{0229115C-1599-25C9-A600-A0A0BFB5B8EA}"/>
              </a:ext>
            </a:extLst>
          </p:cNvPr>
          <p:cNvPicPr>
            <a:picLocks noChangeAspect="1"/>
          </p:cNvPicPr>
          <p:nvPr/>
        </p:nvPicPr>
        <p:blipFill>
          <a:blip r:embed="rId2"/>
          <a:stretch>
            <a:fillRect/>
          </a:stretch>
        </p:blipFill>
        <p:spPr>
          <a:xfrm>
            <a:off x="1476153" y="4251883"/>
            <a:ext cx="7772400" cy="778456"/>
          </a:xfrm>
          <a:prstGeom prst="rect">
            <a:avLst/>
          </a:prstGeom>
        </p:spPr>
      </p:pic>
    </p:spTree>
    <p:extLst>
      <p:ext uri="{BB962C8B-B14F-4D97-AF65-F5344CB8AC3E}">
        <p14:creationId xmlns:p14="http://schemas.microsoft.com/office/powerpoint/2010/main" val="4556694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403DA-002E-EF1D-90F6-BA52BAF9F239}"/>
              </a:ext>
            </a:extLst>
          </p:cNvPr>
          <p:cNvSpPr>
            <a:spLocks noGrp="1"/>
          </p:cNvSpPr>
          <p:nvPr>
            <p:ph type="title"/>
          </p:nvPr>
        </p:nvSpPr>
        <p:spPr/>
        <p:txBody>
          <a:bodyPr/>
          <a:lstStyle/>
          <a:p>
            <a:r>
              <a:rPr lang="en-US" dirty="0"/>
              <a:t>Python Dictionaries for Network Engineers</a:t>
            </a:r>
          </a:p>
        </p:txBody>
      </p:sp>
      <p:sp>
        <p:nvSpPr>
          <p:cNvPr id="3" name="Content Placeholder 2">
            <a:extLst>
              <a:ext uri="{FF2B5EF4-FFF2-40B4-BE49-F238E27FC236}">
                <a16:creationId xmlns:a16="http://schemas.microsoft.com/office/drawing/2014/main" id="{561E506E-BB43-8E5F-7126-8D00B650B0FA}"/>
              </a:ext>
            </a:extLst>
          </p:cNvPr>
          <p:cNvSpPr>
            <a:spLocks noGrp="1"/>
          </p:cNvSpPr>
          <p:nvPr>
            <p:ph idx="1"/>
          </p:nvPr>
        </p:nvSpPr>
        <p:spPr/>
        <p:txBody>
          <a:bodyPr>
            <a:normAutofit/>
          </a:bodyPr>
          <a:lstStyle/>
          <a:p>
            <a:r>
              <a:rPr lang="en-IN" sz="1600" dirty="0"/>
              <a:t>Dictionaries in Python are like special containers that store data as key-value pairs. They keep the order of items and are very useful for many programming tasks. You can create dictionaries using curly braces {} and access values by their keys. From Python 3.7 onwards, dictionaries are ordered by default, making them even more powerful for writing organized code.</a:t>
            </a:r>
          </a:p>
          <a:p>
            <a:endParaRPr lang="en-IN" sz="1600" dirty="0"/>
          </a:p>
          <a:p>
            <a:r>
              <a:rPr lang="en-IN" sz="1600" dirty="0"/>
              <a:t>The easiest way to create a dictionary is by using curly braces. You define key-value pairs within these braces. Here’s an example:</a:t>
            </a:r>
          </a:p>
          <a:p>
            <a:endParaRPr lang="en-IN" sz="1600" dirty="0"/>
          </a:p>
          <a:p>
            <a:endParaRPr lang="en-US" sz="1600" dirty="0"/>
          </a:p>
        </p:txBody>
      </p:sp>
      <p:pic>
        <p:nvPicPr>
          <p:cNvPr id="4" name="Picture 3">
            <a:extLst>
              <a:ext uri="{FF2B5EF4-FFF2-40B4-BE49-F238E27FC236}">
                <a16:creationId xmlns:a16="http://schemas.microsoft.com/office/drawing/2014/main" id="{21B99AA4-FEED-ACF4-7D06-BCC91EF825FB}"/>
              </a:ext>
            </a:extLst>
          </p:cNvPr>
          <p:cNvPicPr>
            <a:picLocks noChangeAspect="1"/>
          </p:cNvPicPr>
          <p:nvPr/>
        </p:nvPicPr>
        <p:blipFill>
          <a:blip r:embed="rId2"/>
          <a:stretch>
            <a:fillRect/>
          </a:stretch>
        </p:blipFill>
        <p:spPr>
          <a:xfrm>
            <a:off x="1284768" y="4207360"/>
            <a:ext cx="7772400" cy="1526721"/>
          </a:xfrm>
          <a:prstGeom prst="rect">
            <a:avLst/>
          </a:prstGeom>
        </p:spPr>
      </p:pic>
    </p:spTree>
    <p:extLst>
      <p:ext uri="{BB962C8B-B14F-4D97-AF65-F5344CB8AC3E}">
        <p14:creationId xmlns:p14="http://schemas.microsoft.com/office/powerpoint/2010/main" val="18747411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7338E9-6D18-7939-9D3E-0AF977AC0083}"/>
              </a:ext>
            </a:extLst>
          </p:cNvPr>
          <p:cNvSpPr>
            <a:spLocks noGrp="1"/>
          </p:cNvSpPr>
          <p:nvPr>
            <p:ph type="title"/>
          </p:nvPr>
        </p:nvSpPr>
        <p:spPr/>
        <p:txBody>
          <a:bodyPr/>
          <a:lstStyle/>
          <a:p>
            <a:r>
              <a:rPr lang="en-US" dirty="0"/>
              <a:t>Python Files</a:t>
            </a:r>
          </a:p>
        </p:txBody>
      </p:sp>
      <p:sp>
        <p:nvSpPr>
          <p:cNvPr id="3" name="Content Placeholder 2">
            <a:extLst>
              <a:ext uri="{FF2B5EF4-FFF2-40B4-BE49-F238E27FC236}">
                <a16:creationId xmlns:a16="http://schemas.microsoft.com/office/drawing/2014/main" id="{BB46637C-0FAA-59B3-15AC-DD230B713F8F}"/>
              </a:ext>
            </a:extLst>
          </p:cNvPr>
          <p:cNvSpPr>
            <a:spLocks noGrp="1"/>
          </p:cNvSpPr>
          <p:nvPr>
            <p:ph idx="1"/>
          </p:nvPr>
        </p:nvSpPr>
        <p:spPr/>
        <p:txBody>
          <a:bodyPr/>
          <a:lstStyle/>
          <a:p>
            <a:r>
              <a:rPr lang="en-US" dirty="0"/>
              <a:t>File Reading in Python </a:t>
            </a:r>
          </a:p>
          <a:p>
            <a:r>
              <a:rPr lang="en-US" sz="1600" dirty="0"/>
              <a:t>Open the file with open() function</a:t>
            </a:r>
          </a:p>
          <a:p>
            <a:r>
              <a:rPr lang="en-US" sz="1600" dirty="0"/>
              <a:t>Reading the file</a:t>
            </a:r>
          </a:p>
          <a:p>
            <a:r>
              <a:rPr lang="en-US" sz="1600" dirty="0"/>
              <a:t>Closing the file </a:t>
            </a:r>
          </a:p>
          <a:p>
            <a:endParaRPr lang="en-US" sz="1600" dirty="0"/>
          </a:p>
          <a:p>
            <a:r>
              <a:rPr lang="en-US" sz="2400" dirty="0"/>
              <a:t>File writing in Python </a:t>
            </a:r>
          </a:p>
          <a:p>
            <a:endParaRPr lang="en-US" sz="1600" dirty="0"/>
          </a:p>
          <a:p>
            <a:r>
              <a:rPr lang="en-US" sz="1600" dirty="0"/>
              <a:t>Opening the file</a:t>
            </a:r>
          </a:p>
          <a:p>
            <a:r>
              <a:rPr lang="en-US" sz="1600" dirty="0"/>
              <a:t>Writing the file</a:t>
            </a:r>
          </a:p>
          <a:p>
            <a:r>
              <a:rPr lang="en-US" sz="1600" dirty="0"/>
              <a:t>Closing the file</a:t>
            </a:r>
          </a:p>
        </p:txBody>
      </p:sp>
    </p:spTree>
    <p:extLst>
      <p:ext uri="{BB962C8B-B14F-4D97-AF65-F5344CB8AC3E}">
        <p14:creationId xmlns:p14="http://schemas.microsoft.com/office/powerpoint/2010/main" val="2785707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D4A2C4-A641-D660-5EAB-1A286532F1D4}"/>
              </a:ext>
            </a:extLst>
          </p:cNvPr>
          <p:cNvSpPr>
            <a:spLocks noGrp="1"/>
          </p:cNvSpPr>
          <p:nvPr>
            <p:ph type="title"/>
          </p:nvPr>
        </p:nvSpPr>
        <p:spPr/>
        <p:txBody>
          <a:bodyPr/>
          <a:lstStyle/>
          <a:p>
            <a:r>
              <a:rPr lang="en-US" dirty="0"/>
              <a:t>Python Exception Handling </a:t>
            </a:r>
          </a:p>
        </p:txBody>
      </p:sp>
      <p:sp>
        <p:nvSpPr>
          <p:cNvPr id="3" name="Content Placeholder 2">
            <a:extLst>
              <a:ext uri="{FF2B5EF4-FFF2-40B4-BE49-F238E27FC236}">
                <a16:creationId xmlns:a16="http://schemas.microsoft.com/office/drawing/2014/main" id="{2B61C3E3-276D-08AA-214F-97CF04512014}"/>
              </a:ext>
            </a:extLst>
          </p:cNvPr>
          <p:cNvSpPr>
            <a:spLocks noGrp="1"/>
          </p:cNvSpPr>
          <p:nvPr>
            <p:ph idx="1"/>
          </p:nvPr>
        </p:nvSpPr>
        <p:spPr/>
        <p:txBody>
          <a:bodyPr>
            <a:normAutofit/>
          </a:bodyPr>
          <a:lstStyle/>
          <a:p>
            <a:r>
              <a:rPr lang="en-US" sz="1600" dirty="0"/>
              <a:t>Exceptions are events when something goes wrong in the code. Such as syntax error, division by zero, missing file etc. </a:t>
            </a:r>
          </a:p>
          <a:p>
            <a:endParaRPr lang="en-US" sz="1600" dirty="0"/>
          </a:p>
          <a:p>
            <a:r>
              <a:rPr lang="en-US" sz="1600" dirty="0"/>
              <a:t>Exceptions are objects which represent the abnormal conditions that interrupts the normal flow of program. </a:t>
            </a:r>
          </a:p>
          <a:p>
            <a:endParaRPr lang="en-US" sz="1600" dirty="0"/>
          </a:p>
          <a:p>
            <a:r>
              <a:rPr lang="en-US" sz="1600" dirty="0"/>
              <a:t>Exceptions are handled through try() &amp; catch() block. </a:t>
            </a:r>
          </a:p>
        </p:txBody>
      </p:sp>
    </p:spTree>
    <p:extLst>
      <p:ext uri="{BB962C8B-B14F-4D97-AF65-F5344CB8AC3E}">
        <p14:creationId xmlns:p14="http://schemas.microsoft.com/office/powerpoint/2010/main" val="36593101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CA93E8-0D09-1FB6-5F16-B928E759790E}"/>
              </a:ext>
            </a:extLst>
          </p:cNvPr>
          <p:cNvSpPr>
            <a:spLocks noGrp="1"/>
          </p:cNvSpPr>
          <p:nvPr>
            <p:ph type="title"/>
          </p:nvPr>
        </p:nvSpPr>
        <p:spPr/>
        <p:txBody>
          <a:bodyPr/>
          <a:lstStyle/>
          <a:p>
            <a:r>
              <a:rPr lang="en-US" dirty="0"/>
              <a:t>Python Classes </a:t>
            </a:r>
          </a:p>
        </p:txBody>
      </p:sp>
      <p:sp>
        <p:nvSpPr>
          <p:cNvPr id="3" name="Content Placeholder 2">
            <a:extLst>
              <a:ext uri="{FF2B5EF4-FFF2-40B4-BE49-F238E27FC236}">
                <a16:creationId xmlns:a16="http://schemas.microsoft.com/office/drawing/2014/main" id="{A435ACCD-156E-FEA8-98DA-9FA576872E21}"/>
              </a:ext>
            </a:extLst>
          </p:cNvPr>
          <p:cNvSpPr>
            <a:spLocks noGrp="1"/>
          </p:cNvSpPr>
          <p:nvPr>
            <p:ph idx="1"/>
          </p:nvPr>
        </p:nvSpPr>
        <p:spPr/>
        <p:txBody>
          <a:bodyPr>
            <a:normAutofit/>
          </a:bodyPr>
          <a:lstStyle/>
          <a:p>
            <a:r>
              <a:rPr lang="en-US" sz="1600" dirty="0"/>
              <a:t>In Python, everything is an object, everything we create in python associated with functions/methods or attributes. </a:t>
            </a:r>
          </a:p>
          <a:p>
            <a:endParaRPr lang="en-US" sz="1600" dirty="0"/>
          </a:p>
          <a:p>
            <a:r>
              <a:rPr lang="en-US" sz="1600" dirty="0"/>
              <a:t>A class serves as a blueprint for creating objects. </a:t>
            </a:r>
          </a:p>
          <a:p>
            <a:endParaRPr lang="en-US" sz="1600" dirty="0"/>
          </a:p>
          <a:p>
            <a:r>
              <a:rPr lang="en-US" sz="1600" dirty="0"/>
              <a:t>While a class is blueprint, an instance of object is built from the blueprint, containing data. </a:t>
            </a:r>
          </a:p>
          <a:p>
            <a:endParaRPr lang="en-US" sz="1600" dirty="0"/>
          </a:p>
          <a:p>
            <a:r>
              <a:rPr lang="en-US" sz="1600" dirty="0"/>
              <a:t>Instance methods are functions defined inside the class, callable only from an instance of that class. </a:t>
            </a:r>
          </a:p>
        </p:txBody>
      </p:sp>
    </p:spTree>
    <p:extLst>
      <p:ext uri="{BB962C8B-B14F-4D97-AF65-F5344CB8AC3E}">
        <p14:creationId xmlns:p14="http://schemas.microsoft.com/office/powerpoint/2010/main" val="3853283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B950E-C0A1-C9BF-2502-54EA9A095D09}"/>
              </a:ext>
            </a:extLst>
          </p:cNvPr>
          <p:cNvSpPr>
            <a:spLocks noGrp="1"/>
          </p:cNvSpPr>
          <p:nvPr>
            <p:ph type="title"/>
          </p:nvPr>
        </p:nvSpPr>
        <p:spPr/>
        <p:txBody>
          <a:bodyPr/>
          <a:lstStyle/>
          <a:p>
            <a:r>
              <a:rPr lang="en-US">
                <a:ea typeface="Calibri Light"/>
                <a:cs typeface="Calibri Light"/>
              </a:rPr>
              <a:t>Wrap Up</a:t>
            </a:r>
            <a:endParaRPr lang="en-US"/>
          </a:p>
        </p:txBody>
      </p:sp>
      <p:sp>
        <p:nvSpPr>
          <p:cNvPr id="3" name="Content Placeholder 2">
            <a:extLst>
              <a:ext uri="{FF2B5EF4-FFF2-40B4-BE49-F238E27FC236}">
                <a16:creationId xmlns:a16="http://schemas.microsoft.com/office/drawing/2014/main" id="{17A92360-20AC-B4B9-E6D4-F21EB8C73511}"/>
              </a:ext>
            </a:extLst>
          </p:cNvPr>
          <p:cNvSpPr>
            <a:spLocks noGrp="1"/>
          </p:cNvSpPr>
          <p:nvPr>
            <p:ph idx="1"/>
          </p:nvPr>
        </p:nvSpPr>
        <p:spPr/>
        <p:txBody>
          <a:bodyPr vert="horz" lIns="91440" tIns="45720" rIns="91440" bIns="45720" rtlCol="0" anchor="t">
            <a:normAutofit/>
          </a:bodyPr>
          <a:lstStyle/>
          <a:p>
            <a:r>
              <a:rPr lang="en-US" dirty="0">
                <a:ea typeface="Calibri"/>
                <a:cs typeface="Calibri"/>
              </a:rPr>
              <a:t>Python Automation for Network engineering </a:t>
            </a:r>
          </a:p>
          <a:p>
            <a:pPr marL="0" indent="0">
              <a:buNone/>
            </a:pPr>
            <a:endParaRPr lang="en-US" dirty="0">
              <a:ea typeface="Calibri"/>
              <a:cs typeface="Calibri"/>
            </a:endParaRPr>
          </a:p>
          <a:p>
            <a:r>
              <a:rPr lang="en-US" dirty="0">
                <a:ea typeface="Calibri"/>
                <a:cs typeface="Calibri"/>
              </a:rPr>
              <a:t>Python Variables &amp; Data types</a:t>
            </a:r>
          </a:p>
          <a:p>
            <a:endParaRPr lang="en-US" dirty="0">
              <a:ea typeface="Calibri"/>
              <a:cs typeface="Calibri"/>
            </a:endParaRPr>
          </a:p>
          <a:p>
            <a:r>
              <a:rPr lang="en-US" dirty="0">
                <a:ea typeface="Calibri"/>
                <a:cs typeface="Calibri"/>
              </a:rPr>
              <a:t>Python Loops</a:t>
            </a:r>
          </a:p>
          <a:p>
            <a:pPr marL="0" indent="0">
              <a:buNone/>
            </a:pPr>
            <a:endParaRPr lang="en-US" dirty="0">
              <a:ea typeface="Calibri"/>
              <a:cs typeface="Calibri"/>
            </a:endParaRPr>
          </a:p>
          <a:p>
            <a:r>
              <a:rPr lang="en-US" dirty="0">
                <a:ea typeface="Calibri"/>
                <a:cs typeface="Calibri"/>
              </a:rPr>
              <a:t> Conditional Statements &amp; </a:t>
            </a:r>
            <a:r>
              <a:rPr lang="en-US">
                <a:ea typeface="Calibri"/>
                <a:cs typeface="Calibri"/>
              </a:rPr>
              <a:t>Python Collections</a:t>
            </a:r>
            <a:endParaRPr lang="en-US" dirty="0">
              <a:ea typeface="Calibri"/>
              <a:cs typeface="Calibri"/>
            </a:endParaRPr>
          </a:p>
        </p:txBody>
      </p:sp>
    </p:spTree>
    <p:extLst>
      <p:ext uri="{BB962C8B-B14F-4D97-AF65-F5344CB8AC3E}">
        <p14:creationId xmlns:p14="http://schemas.microsoft.com/office/powerpoint/2010/main" val="816150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2432</TotalTime>
  <Words>1441</Words>
  <Application>Microsoft Office PowerPoint</Application>
  <PresentationFormat>Widescreen</PresentationFormat>
  <Paragraphs>156</Paragraphs>
  <Slides>21</Slides>
  <Notes>0</Notes>
  <HiddenSlides>0</HiddenSlides>
  <MMClips>1</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-apple-system</vt:lpstr>
      <vt:lpstr>Arial</vt:lpstr>
      <vt:lpstr>Calibri</vt:lpstr>
      <vt:lpstr>Calibri Light</vt:lpstr>
      <vt:lpstr>Segoe UI</vt:lpstr>
      <vt:lpstr>Wingdings</vt:lpstr>
      <vt:lpstr>Office 2013 - 2022 Theme</vt:lpstr>
      <vt:lpstr>Python Scripting with Network</vt:lpstr>
      <vt:lpstr>Agenda</vt:lpstr>
      <vt:lpstr>Overview of Python</vt:lpstr>
      <vt:lpstr>Python Benefits</vt:lpstr>
      <vt:lpstr>Python Basic Data types</vt:lpstr>
      <vt:lpstr>Python variables </vt:lpstr>
      <vt:lpstr>Python Operators</vt:lpstr>
      <vt:lpstr>Loops in Python</vt:lpstr>
      <vt:lpstr>Nesting Loops in Python</vt:lpstr>
      <vt:lpstr>While Loop in Python</vt:lpstr>
      <vt:lpstr>Difference between For &amp; While Loop</vt:lpstr>
      <vt:lpstr>Conditional Statements in Python</vt:lpstr>
      <vt:lpstr>Truthy &amp; Falsy Values in Python</vt:lpstr>
      <vt:lpstr>Python Lists </vt:lpstr>
      <vt:lpstr>Tuples in Python</vt:lpstr>
      <vt:lpstr>Sets in Python</vt:lpstr>
      <vt:lpstr>Python Dictionaries for Network Engineers</vt:lpstr>
      <vt:lpstr>Python Files</vt:lpstr>
      <vt:lpstr>Python Exception Handling </vt:lpstr>
      <vt:lpstr>Python Classes </vt:lpstr>
      <vt:lpstr>Wrap Up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Anindita Basak</dc:creator>
  <cp:lastModifiedBy>Anindita Basak</cp:lastModifiedBy>
  <cp:revision>9</cp:revision>
  <dcterms:created xsi:type="dcterms:W3CDTF">2026-04-11T17:33:10Z</dcterms:created>
  <dcterms:modified xsi:type="dcterms:W3CDTF">2026-05-22T03:45:03Z</dcterms:modified>
</cp:coreProperties>
</file>